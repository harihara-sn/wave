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ms-powerpoint.presentation.macroEnabled.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11" r:id="rId2"/>
    <p:sldId id="312" r:id="rId3"/>
    <p:sldId id="315" r:id="rId4"/>
    <p:sldId id="313" r:id="rId5"/>
    <p:sldId id="314" r:id="rId6"/>
    <p:sldId id="317" r:id="rId7"/>
    <p:sldId id="316" r:id="rId8"/>
    <p:sldId id="266" r:id="rId9"/>
    <p:sldId id="318" r:id="rId10"/>
    <p:sldId id="267" r:id="rId11"/>
    <p:sldId id="268" r:id="rId12"/>
    <p:sldId id="269" r:id="rId13"/>
    <p:sldId id="270" r:id="rId14"/>
    <p:sldId id="271" r:id="rId15"/>
    <p:sldId id="272" r:id="rId16"/>
    <p:sldId id="319" r:id="rId17"/>
    <p:sldId id="265" r:id="rId18"/>
    <p:sldId id="256" r:id="rId19"/>
    <p:sldId id="274" r:id="rId20"/>
    <p:sldId id="275" r:id="rId21"/>
    <p:sldId id="276" r:id="rId22"/>
    <p:sldId id="277" r:id="rId23"/>
    <p:sldId id="278" r:id="rId24"/>
    <p:sldId id="273" r:id="rId25"/>
    <p:sldId id="257" r:id="rId26"/>
    <p:sldId id="25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0" d="100"/>
          <a:sy n="100" d="100"/>
        </p:scale>
        <p:origin x="-174" y="2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aranjani CSE SNSCT" userId="cba8e9a3-8c9b-4ead-93d6-1f188001dc6a" providerId="ADAL" clId="{5FF6CAAF-1501-4BEA-BB7C-85E437301847}"/>
    <pc:docChg chg="undo redo custSel addSld delSld modSld sldOrd">
      <pc:chgData name="Sivaranjani CSE SNSCT" userId="cba8e9a3-8c9b-4ead-93d6-1f188001dc6a" providerId="ADAL" clId="{5FF6CAAF-1501-4BEA-BB7C-85E437301847}" dt="2024-01-05T10:59:44.163" v="1248" actId="6549"/>
      <pc:docMkLst>
        <pc:docMk/>
      </pc:docMkLst>
      <pc:sldChg chg="addSp delSp modSp mod">
        <pc:chgData name="Sivaranjani CSE SNSCT" userId="cba8e9a3-8c9b-4ead-93d6-1f188001dc6a" providerId="ADAL" clId="{5FF6CAAF-1501-4BEA-BB7C-85E437301847}" dt="2024-01-05T08:15:03.577" v="704" actId="255"/>
        <pc:sldMkLst>
          <pc:docMk/>
          <pc:sldMk cId="187101751" sldId="256"/>
        </pc:sldMkLst>
        <pc:spChg chg="mod">
          <ac:chgData name="Sivaranjani CSE SNSCT" userId="cba8e9a3-8c9b-4ead-93d6-1f188001dc6a" providerId="ADAL" clId="{5FF6CAAF-1501-4BEA-BB7C-85E437301847}" dt="2024-01-05T08:15:03.577" v="704" actId="255"/>
          <ac:spMkLst>
            <pc:docMk/>
            <pc:sldMk cId="187101751" sldId="256"/>
            <ac:spMk id="3" creationId="{3E88713C-096B-2CEE-25E6-4EED56C95149}"/>
          </ac:spMkLst>
        </pc:spChg>
        <pc:spChg chg="add del">
          <ac:chgData name="Sivaranjani CSE SNSCT" userId="cba8e9a3-8c9b-4ead-93d6-1f188001dc6a" providerId="ADAL" clId="{5FF6CAAF-1501-4BEA-BB7C-85E437301847}" dt="2024-01-05T08:09:55.801" v="632" actId="22"/>
          <ac:spMkLst>
            <pc:docMk/>
            <pc:sldMk cId="187101751" sldId="256"/>
            <ac:spMk id="6" creationId="{6466A451-A23F-92F0-CD5D-18FA0F219578}"/>
          </ac:spMkLst>
        </pc:spChg>
        <pc:picChg chg="del">
          <ac:chgData name="Sivaranjani CSE SNSCT" userId="cba8e9a3-8c9b-4ead-93d6-1f188001dc6a" providerId="ADAL" clId="{5FF6CAAF-1501-4BEA-BB7C-85E437301847}" dt="2024-01-05T08:09:50.295" v="630" actId="478"/>
          <ac:picMkLst>
            <pc:docMk/>
            <pc:sldMk cId="187101751" sldId="256"/>
            <ac:picMk id="4" creationId="{9BF807D4-D2C7-5941-FA9A-5D7A7C8C0144}"/>
          </ac:picMkLst>
        </pc:picChg>
      </pc:sldChg>
      <pc:sldChg chg="modSp mod">
        <pc:chgData name="Sivaranjani CSE SNSCT" userId="cba8e9a3-8c9b-4ead-93d6-1f188001dc6a" providerId="ADAL" clId="{5FF6CAAF-1501-4BEA-BB7C-85E437301847}" dt="2024-01-05T10:10:58.900" v="763" actId="115"/>
        <pc:sldMkLst>
          <pc:docMk/>
          <pc:sldMk cId="1313740707" sldId="260"/>
        </pc:sldMkLst>
        <pc:spChg chg="mod">
          <ac:chgData name="Sivaranjani CSE SNSCT" userId="cba8e9a3-8c9b-4ead-93d6-1f188001dc6a" providerId="ADAL" clId="{5FF6CAAF-1501-4BEA-BB7C-85E437301847}" dt="2024-01-05T10:10:58.900" v="763" actId="115"/>
          <ac:spMkLst>
            <pc:docMk/>
            <pc:sldMk cId="1313740707" sldId="260"/>
            <ac:spMk id="3" creationId="{3E88713C-096B-2CEE-25E6-4EED56C95149}"/>
          </ac:spMkLst>
        </pc:spChg>
      </pc:sldChg>
      <pc:sldChg chg="addSp delSp modSp mod ord">
        <pc:chgData name="Sivaranjani CSE SNSCT" userId="cba8e9a3-8c9b-4ead-93d6-1f188001dc6a" providerId="ADAL" clId="{5FF6CAAF-1501-4BEA-BB7C-85E437301847}" dt="2024-01-05T03:59:29.999" v="3"/>
        <pc:sldMkLst>
          <pc:docMk/>
          <pc:sldMk cId="462869502" sldId="263"/>
        </pc:sldMkLst>
        <pc:graphicFrameChg chg="add del modGraphic">
          <ac:chgData name="Sivaranjani CSE SNSCT" userId="cba8e9a3-8c9b-4ead-93d6-1f188001dc6a" providerId="ADAL" clId="{5FF6CAAF-1501-4BEA-BB7C-85E437301847}" dt="2024-01-05T03:59:17.521" v="1" actId="478"/>
          <ac:graphicFrameMkLst>
            <pc:docMk/>
            <pc:sldMk cId="462869502" sldId="263"/>
            <ac:graphicFrameMk id="5" creationId="{521E3045-3DDA-AF6A-0E92-BD2790EC06D2}"/>
          </ac:graphicFrameMkLst>
        </pc:graphicFrameChg>
      </pc:sldChg>
      <pc:sldChg chg="ord">
        <pc:chgData name="Sivaranjani CSE SNSCT" userId="cba8e9a3-8c9b-4ead-93d6-1f188001dc6a" providerId="ADAL" clId="{5FF6CAAF-1501-4BEA-BB7C-85E437301847}" dt="2024-01-05T03:59:48.649" v="5"/>
        <pc:sldMkLst>
          <pc:docMk/>
          <pc:sldMk cId="3118551523" sldId="264"/>
        </pc:sldMkLst>
      </pc:sldChg>
      <pc:sldChg chg="modSp mod ord">
        <pc:chgData name="Sivaranjani CSE SNSCT" userId="cba8e9a3-8c9b-4ead-93d6-1f188001dc6a" providerId="ADAL" clId="{5FF6CAAF-1501-4BEA-BB7C-85E437301847}" dt="2024-01-05T05:47:00.027" v="505"/>
        <pc:sldMkLst>
          <pc:docMk/>
          <pc:sldMk cId="1861117830" sldId="265"/>
        </pc:sldMkLst>
        <pc:spChg chg="mod">
          <ac:chgData name="Sivaranjani CSE SNSCT" userId="cba8e9a3-8c9b-4ead-93d6-1f188001dc6a" providerId="ADAL" clId="{5FF6CAAF-1501-4BEA-BB7C-85E437301847}" dt="2024-01-05T05:42:17.631" v="439" actId="1076"/>
          <ac:spMkLst>
            <pc:docMk/>
            <pc:sldMk cId="1861117830" sldId="265"/>
            <ac:spMk id="9" creationId="{A2BD4D57-BFC7-2524-AE1B-F4CE9B6D16F7}"/>
          </ac:spMkLst>
        </pc:spChg>
        <pc:graphicFrameChg chg="mod modGraphic">
          <ac:chgData name="Sivaranjani CSE SNSCT" userId="cba8e9a3-8c9b-4ead-93d6-1f188001dc6a" providerId="ADAL" clId="{5FF6CAAF-1501-4BEA-BB7C-85E437301847}" dt="2024-01-05T05:44:08.519" v="489" actId="14100"/>
          <ac:graphicFrameMkLst>
            <pc:docMk/>
            <pc:sldMk cId="1861117830" sldId="265"/>
            <ac:graphicFrameMk id="8" creationId="{024244C6-B8EF-7872-D34A-44C1850DA213}"/>
          </ac:graphicFrameMkLst>
        </pc:graphicFrameChg>
      </pc:sldChg>
      <pc:sldChg chg="addSp delSp modSp mod ord">
        <pc:chgData name="Sivaranjani CSE SNSCT" userId="cba8e9a3-8c9b-4ead-93d6-1f188001dc6a" providerId="ADAL" clId="{5FF6CAAF-1501-4BEA-BB7C-85E437301847}" dt="2024-01-05T05:28:36.960" v="102" actId="14100"/>
        <pc:sldMkLst>
          <pc:docMk/>
          <pc:sldMk cId="3723200008" sldId="266"/>
        </pc:sldMkLst>
        <pc:spChg chg="mod">
          <ac:chgData name="Sivaranjani CSE SNSCT" userId="cba8e9a3-8c9b-4ead-93d6-1f188001dc6a" providerId="ADAL" clId="{5FF6CAAF-1501-4BEA-BB7C-85E437301847}" dt="2024-01-05T05:28:26.451" v="98"/>
          <ac:spMkLst>
            <pc:docMk/>
            <pc:sldMk cId="3723200008" sldId="266"/>
            <ac:spMk id="3" creationId="{3E88713C-096B-2CEE-25E6-4EED56C95149}"/>
          </ac:spMkLst>
        </pc:spChg>
        <pc:picChg chg="add mod">
          <ac:chgData name="Sivaranjani CSE SNSCT" userId="cba8e9a3-8c9b-4ead-93d6-1f188001dc6a" providerId="ADAL" clId="{5FF6CAAF-1501-4BEA-BB7C-85E437301847}" dt="2024-01-05T05:28:36.960" v="102" actId="14100"/>
          <ac:picMkLst>
            <pc:docMk/>
            <pc:sldMk cId="3723200008" sldId="266"/>
            <ac:picMk id="4" creationId="{61DA0235-615A-A498-5328-41792CC49E21}"/>
          </ac:picMkLst>
        </pc:picChg>
        <pc:picChg chg="del">
          <ac:chgData name="Sivaranjani CSE SNSCT" userId="cba8e9a3-8c9b-4ead-93d6-1f188001dc6a" providerId="ADAL" clId="{5FF6CAAF-1501-4BEA-BB7C-85E437301847}" dt="2024-01-05T04:00:38.944" v="13" actId="478"/>
          <ac:picMkLst>
            <pc:docMk/>
            <pc:sldMk cId="3723200008" sldId="266"/>
            <ac:picMk id="11" creationId="{A82F357C-DBAE-05F7-DBCA-DBAB5036643A}"/>
          </ac:picMkLst>
        </pc:picChg>
        <pc:picChg chg="add del mod">
          <ac:chgData name="Sivaranjani CSE SNSCT" userId="cba8e9a3-8c9b-4ead-93d6-1f188001dc6a" providerId="ADAL" clId="{5FF6CAAF-1501-4BEA-BB7C-85E437301847}" dt="2024-01-05T04:46:22.402" v="37"/>
          <ac:picMkLst>
            <pc:docMk/>
            <pc:sldMk cId="3723200008" sldId="266"/>
            <ac:picMk id="1026" creationId="{26B16682-5112-5552-3909-6426FD1CDF81}"/>
          </ac:picMkLst>
        </pc:picChg>
        <pc:picChg chg="add del mod">
          <ac:chgData name="Sivaranjani CSE SNSCT" userId="cba8e9a3-8c9b-4ead-93d6-1f188001dc6a" providerId="ADAL" clId="{5FF6CAAF-1501-4BEA-BB7C-85E437301847}" dt="2024-01-05T04:46:35.026" v="43"/>
          <ac:picMkLst>
            <pc:docMk/>
            <pc:sldMk cId="3723200008" sldId="266"/>
            <ac:picMk id="1028" creationId="{EFC9E51F-2AB7-5C40-0729-F9AA98A07C44}"/>
          </ac:picMkLst>
        </pc:picChg>
        <pc:picChg chg="add del mod">
          <ac:chgData name="Sivaranjani CSE SNSCT" userId="cba8e9a3-8c9b-4ead-93d6-1f188001dc6a" providerId="ADAL" clId="{5FF6CAAF-1501-4BEA-BB7C-85E437301847}" dt="2024-01-05T04:46:49.061" v="51"/>
          <ac:picMkLst>
            <pc:docMk/>
            <pc:sldMk cId="3723200008" sldId="266"/>
            <ac:picMk id="1030" creationId="{17281C9F-791B-D0A1-4C35-6F7959BF17F8}"/>
          </ac:picMkLst>
        </pc:picChg>
      </pc:sldChg>
      <pc:sldChg chg="delSp modSp add mod">
        <pc:chgData name="Sivaranjani CSE SNSCT" userId="cba8e9a3-8c9b-4ead-93d6-1f188001dc6a" providerId="ADAL" clId="{5FF6CAAF-1501-4BEA-BB7C-85E437301847}" dt="2024-01-05T05:28:14.978" v="95" actId="21"/>
        <pc:sldMkLst>
          <pc:docMk/>
          <pc:sldMk cId="2662271487" sldId="267"/>
        </pc:sldMkLst>
        <pc:spChg chg="mod">
          <ac:chgData name="Sivaranjani CSE SNSCT" userId="cba8e9a3-8c9b-4ead-93d6-1f188001dc6a" providerId="ADAL" clId="{5FF6CAAF-1501-4BEA-BB7C-85E437301847}" dt="2024-01-05T05:28:14.978" v="95" actId="21"/>
          <ac:spMkLst>
            <pc:docMk/>
            <pc:sldMk cId="2662271487" sldId="267"/>
            <ac:spMk id="3" creationId="{3E88713C-096B-2CEE-25E6-4EED56C95149}"/>
          </ac:spMkLst>
        </pc:spChg>
        <pc:picChg chg="del">
          <ac:chgData name="Sivaranjani CSE SNSCT" userId="cba8e9a3-8c9b-4ead-93d6-1f188001dc6a" providerId="ADAL" clId="{5FF6CAAF-1501-4BEA-BB7C-85E437301847}" dt="2024-01-05T04:48:33.407" v="68" actId="478"/>
          <ac:picMkLst>
            <pc:docMk/>
            <pc:sldMk cId="2662271487" sldId="267"/>
            <ac:picMk id="4" creationId="{61DA0235-615A-A498-5328-41792CC49E21}"/>
          </ac:picMkLst>
        </pc:picChg>
      </pc:sldChg>
      <pc:sldChg chg="modSp add mod">
        <pc:chgData name="Sivaranjani CSE SNSCT" userId="cba8e9a3-8c9b-4ead-93d6-1f188001dc6a" providerId="ADAL" clId="{5FF6CAAF-1501-4BEA-BB7C-85E437301847}" dt="2024-01-05T05:33:05.865" v="147" actId="2710"/>
        <pc:sldMkLst>
          <pc:docMk/>
          <pc:sldMk cId="3824480137" sldId="268"/>
        </pc:sldMkLst>
        <pc:spChg chg="mod">
          <ac:chgData name="Sivaranjani CSE SNSCT" userId="cba8e9a3-8c9b-4ead-93d6-1f188001dc6a" providerId="ADAL" clId="{5FF6CAAF-1501-4BEA-BB7C-85E437301847}" dt="2024-01-05T05:33:05.865" v="147" actId="2710"/>
          <ac:spMkLst>
            <pc:docMk/>
            <pc:sldMk cId="3824480137" sldId="268"/>
            <ac:spMk id="3" creationId="{3E88713C-096B-2CEE-25E6-4EED56C95149}"/>
          </ac:spMkLst>
        </pc:spChg>
      </pc:sldChg>
      <pc:sldChg chg="modSp add mod ord">
        <pc:chgData name="Sivaranjani CSE SNSCT" userId="cba8e9a3-8c9b-4ead-93d6-1f188001dc6a" providerId="ADAL" clId="{5FF6CAAF-1501-4BEA-BB7C-85E437301847}" dt="2024-01-05T07:17:06.433" v="547" actId="255"/>
        <pc:sldMkLst>
          <pc:docMk/>
          <pc:sldMk cId="1488273890" sldId="269"/>
        </pc:sldMkLst>
        <pc:spChg chg="mod">
          <ac:chgData name="Sivaranjani CSE SNSCT" userId="cba8e9a3-8c9b-4ead-93d6-1f188001dc6a" providerId="ADAL" clId="{5FF6CAAF-1501-4BEA-BB7C-85E437301847}" dt="2024-01-05T07:17:06.433" v="547" actId="255"/>
          <ac:spMkLst>
            <pc:docMk/>
            <pc:sldMk cId="1488273890" sldId="269"/>
            <ac:spMk id="3" creationId="{3E88713C-096B-2CEE-25E6-4EED56C95149}"/>
          </ac:spMkLst>
        </pc:spChg>
      </pc:sldChg>
      <pc:sldChg chg="addSp delSp modSp add del mod">
        <pc:chgData name="Sivaranjani CSE SNSCT" userId="cba8e9a3-8c9b-4ead-93d6-1f188001dc6a" providerId="ADAL" clId="{5FF6CAAF-1501-4BEA-BB7C-85E437301847}" dt="2024-01-05T05:46:25.819" v="499" actId="2890"/>
        <pc:sldMkLst>
          <pc:docMk/>
          <pc:sldMk cId="3524562774" sldId="269"/>
        </pc:sldMkLst>
        <pc:spChg chg="add del mod">
          <ac:chgData name="Sivaranjani CSE SNSCT" userId="cba8e9a3-8c9b-4ead-93d6-1f188001dc6a" providerId="ADAL" clId="{5FF6CAAF-1501-4BEA-BB7C-85E437301847}" dt="2024-01-05T05:46:23.014" v="498" actId="478"/>
          <ac:spMkLst>
            <pc:docMk/>
            <pc:sldMk cId="3524562774" sldId="269"/>
            <ac:spMk id="4" creationId="{07E5F499-09AD-B5CA-F65B-9799025165EB}"/>
          </ac:spMkLst>
        </pc:spChg>
        <pc:spChg chg="mod">
          <ac:chgData name="Sivaranjani CSE SNSCT" userId="cba8e9a3-8c9b-4ead-93d6-1f188001dc6a" providerId="ADAL" clId="{5FF6CAAF-1501-4BEA-BB7C-85E437301847}" dt="2024-01-05T05:46:21.920" v="497" actId="6549"/>
          <ac:spMkLst>
            <pc:docMk/>
            <pc:sldMk cId="3524562774" sldId="269"/>
            <ac:spMk id="9" creationId="{A2BD4D57-BFC7-2524-AE1B-F4CE9B6D16F7}"/>
          </ac:spMkLst>
        </pc:spChg>
        <pc:graphicFrameChg chg="add del">
          <ac:chgData name="Sivaranjani CSE SNSCT" userId="cba8e9a3-8c9b-4ead-93d6-1f188001dc6a" providerId="ADAL" clId="{5FF6CAAF-1501-4BEA-BB7C-85E437301847}" dt="2024-01-05T05:46:23.014" v="498" actId="478"/>
          <ac:graphicFrameMkLst>
            <pc:docMk/>
            <pc:sldMk cId="3524562774" sldId="269"/>
            <ac:graphicFrameMk id="8" creationId="{024244C6-B8EF-7872-D34A-44C1850DA213}"/>
          </ac:graphicFrameMkLst>
        </pc:graphicFrameChg>
      </pc:sldChg>
      <pc:sldChg chg="addSp delSp modSp add mod">
        <pc:chgData name="Sivaranjani CSE SNSCT" userId="cba8e9a3-8c9b-4ead-93d6-1f188001dc6a" providerId="ADAL" clId="{5FF6CAAF-1501-4BEA-BB7C-85E437301847}" dt="2024-01-05T07:41:47.314" v="584" actId="5793"/>
        <pc:sldMkLst>
          <pc:docMk/>
          <pc:sldMk cId="1066383409" sldId="270"/>
        </pc:sldMkLst>
        <pc:spChg chg="mod">
          <ac:chgData name="Sivaranjani CSE SNSCT" userId="cba8e9a3-8c9b-4ead-93d6-1f188001dc6a" providerId="ADAL" clId="{5FF6CAAF-1501-4BEA-BB7C-85E437301847}" dt="2024-01-05T07:41:47.314" v="584" actId="5793"/>
          <ac:spMkLst>
            <pc:docMk/>
            <pc:sldMk cId="1066383409" sldId="270"/>
            <ac:spMk id="3" creationId="{3E88713C-096B-2CEE-25E6-4EED56C95149}"/>
          </ac:spMkLst>
        </pc:spChg>
        <pc:picChg chg="add del mod">
          <ac:chgData name="Sivaranjani CSE SNSCT" userId="cba8e9a3-8c9b-4ead-93d6-1f188001dc6a" providerId="ADAL" clId="{5FF6CAAF-1501-4BEA-BB7C-85E437301847}" dt="2024-01-05T07:32:32.877" v="571"/>
          <ac:picMkLst>
            <pc:docMk/>
            <pc:sldMk cId="1066383409" sldId="270"/>
            <ac:picMk id="4" creationId="{C8B59A6C-2031-F17A-1989-26BC6C92DD55}"/>
          </ac:picMkLst>
        </pc:picChg>
        <pc:picChg chg="add mod">
          <ac:chgData name="Sivaranjani CSE SNSCT" userId="cba8e9a3-8c9b-4ead-93d6-1f188001dc6a" providerId="ADAL" clId="{5FF6CAAF-1501-4BEA-BB7C-85E437301847}" dt="2024-01-05T07:41:40.169" v="582" actId="14100"/>
          <ac:picMkLst>
            <pc:docMk/>
            <pc:sldMk cId="1066383409" sldId="270"/>
            <ac:picMk id="5" creationId="{1C827B0F-EFE0-1646-C135-CF84AC3E4DA5}"/>
          </ac:picMkLst>
        </pc:picChg>
      </pc:sldChg>
      <pc:sldChg chg="add del">
        <pc:chgData name="Sivaranjani CSE SNSCT" userId="cba8e9a3-8c9b-4ead-93d6-1f188001dc6a" providerId="ADAL" clId="{5FF6CAAF-1501-4BEA-BB7C-85E437301847}" dt="2024-01-05T05:46:19.295" v="496"/>
        <pc:sldMkLst>
          <pc:docMk/>
          <pc:sldMk cId="1992354707" sldId="270"/>
        </pc:sldMkLst>
      </pc:sldChg>
      <pc:sldChg chg="delSp modSp add mod">
        <pc:chgData name="Sivaranjani CSE SNSCT" userId="cba8e9a3-8c9b-4ead-93d6-1f188001dc6a" providerId="ADAL" clId="{5FF6CAAF-1501-4BEA-BB7C-85E437301847}" dt="2024-01-05T07:51:34.040" v="625" actId="14100"/>
        <pc:sldMkLst>
          <pc:docMk/>
          <pc:sldMk cId="1078964300" sldId="271"/>
        </pc:sldMkLst>
        <pc:spChg chg="mod">
          <ac:chgData name="Sivaranjani CSE SNSCT" userId="cba8e9a3-8c9b-4ead-93d6-1f188001dc6a" providerId="ADAL" clId="{5FF6CAAF-1501-4BEA-BB7C-85E437301847}" dt="2024-01-05T07:51:34.040" v="625" actId="14100"/>
          <ac:spMkLst>
            <pc:docMk/>
            <pc:sldMk cId="1078964300" sldId="271"/>
            <ac:spMk id="3" creationId="{3E88713C-096B-2CEE-25E6-4EED56C95149}"/>
          </ac:spMkLst>
        </pc:spChg>
        <pc:picChg chg="del">
          <ac:chgData name="Sivaranjani CSE SNSCT" userId="cba8e9a3-8c9b-4ead-93d6-1f188001dc6a" providerId="ADAL" clId="{5FF6CAAF-1501-4BEA-BB7C-85E437301847}" dt="2024-01-05T07:41:57.994" v="586" actId="478"/>
          <ac:picMkLst>
            <pc:docMk/>
            <pc:sldMk cId="1078964300" sldId="271"/>
            <ac:picMk id="5" creationId="{1C827B0F-EFE0-1646-C135-CF84AC3E4DA5}"/>
          </ac:picMkLst>
        </pc:picChg>
      </pc:sldChg>
      <pc:sldChg chg="modSp add mod">
        <pc:chgData name="Sivaranjani CSE SNSCT" userId="cba8e9a3-8c9b-4ead-93d6-1f188001dc6a" providerId="ADAL" clId="{5FF6CAAF-1501-4BEA-BB7C-85E437301847}" dt="2024-01-05T07:51:52.636" v="627" actId="12"/>
        <pc:sldMkLst>
          <pc:docMk/>
          <pc:sldMk cId="3028426845" sldId="272"/>
        </pc:sldMkLst>
        <pc:spChg chg="mod">
          <ac:chgData name="Sivaranjani CSE SNSCT" userId="cba8e9a3-8c9b-4ead-93d6-1f188001dc6a" providerId="ADAL" clId="{5FF6CAAF-1501-4BEA-BB7C-85E437301847}" dt="2024-01-05T07:51:52.636" v="627" actId="12"/>
          <ac:spMkLst>
            <pc:docMk/>
            <pc:sldMk cId="3028426845" sldId="272"/>
            <ac:spMk id="3" creationId="{3E88713C-096B-2CEE-25E6-4EED56C95149}"/>
          </ac:spMkLst>
        </pc:spChg>
      </pc:sldChg>
      <pc:sldChg chg="add">
        <pc:chgData name="Sivaranjani CSE SNSCT" userId="cba8e9a3-8c9b-4ead-93d6-1f188001dc6a" providerId="ADAL" clId="{5FF6CAAF-1501-4BEA-BB7C-85E437301847}" dt="2024-01-05T08:09:42.998" v="628" actId="2890"/>
        <pc:sldMkLst>
          <pc:docMk/>
          <pc:sldMk cId="103320199" sldId="273"/>
        </pc:sldMkLst>
      </pc:sldChg>
      <pc:sldChg chg="addSp delSp modSp add mod">
        <pc:chgData name="Sivaranjani CSE SNSCT" userId="cba8e9a3-8c9b-4ead-93d6-1f188001dc6a" providerId="ADAL" clId="{5FF6CAAF-1501-4BEA-BB7C-85E437301847}" dt="2024-01-05T08:20:53.413" v="711" actId="255"/>
        <pc:sldMkLst>
          <pc:docMk/>
          <pc:sldMk cId="1154678887" sldId="274"/>
        </pc:sldMkLst>
        <pc:spChg chg="mod">
          <ac:chgData name="Sivaranjani CSE SNSCT" userId="cba8e9a3-8c9b-4ead-93d6-1f188001dc6a" providerId="ADAL" clId="{5FF6CAAF-1501-4BEA-BB7C-85E437301847}" dt="2024-01-05T08:20:53.413" v="711" actId="255"/>
          <ac:spMkLst>
            <pc:docMk/>
            <pc:sldMk cId="1154678887" sldId="274"/>
            <ac:spMk id="3" creationId="{3E88713C-096B-2CEE-25E6-4EED56C95149}"/>
          </ac:spMkLst>
        </pc:spChg>
        <pc:spChg chg="add del">
          <ac:chgData name="Sivaranjani CSE SNSCT" userId="cba8e9a3-8c9b-4ead-93d6-1f188001dc6a" providerId="ADAL" clId="{5FF6CAAF-1501-4BEA-BB7C-85E437301847}" dt="2024-01-05T08:20:08.870" v="708"/>
          <ac:spMkLst>
            <pc:docMk/>
            <pc:sldMk cId="1154678887" sldId="274"/>
            <ac:spMk id="4" creationId="{DA3D62BA-1CE3-1A02-5212-C1558E51DF4B}"/>
          </ac:spMkLst>
        </pc:spChg>
        <pc:picChg chg="add del">
          <ac:chgData name="Sivaranjani CSE SNSCT" userId="cba8e9a3-8c9b-4ead-93d6-1f188001dc6a" providerId="ADAL" clId="{5FF6CAAF-1501-4BEA-BB7C-85E437301847}" dt="2024-01-05T08:20:08.870" v="708"/>
          <ac:picMkLst>
            <pc:docMk/>
            <pc:sldMk cId="1154678887" sldId="274"/>
            <ac:picMk id="2050" creationId="{49E4CBBA-55A5-43FD-1424-969CE47F6A61}"/>
          </ac:picMkLst>
        </pc:picChg>
      </pc:sldChg>
      <pc:sldChg chg="addSp modSp add mod">
        <pc:chgData name="Sivaranjani CSE SNSCT" userId="cba8e9a3-8c9b-4ead-93d6-1f188001dc6a" providerId="ADAL" clId="{5FF6CAAF-1501-4BEA-BB7C-85E437301847}" dt="2024-01-05T08:22:00.750" v="723" actId="14100"/>
        <pc:sldMkLst>
          <pc:docMk/>
          <pc:sldMk cId="3359842287" sldId="275"/>
        </pc:sldMkLst>
        <pc:spChg chg="mod">
          <ac:chgData name="Sivaranjani CSE SNSCT" userId="cba8e9a3-8c9b-4ead-93d6-1f188001dc6a" providerId="ADAL" clId="{5FF6CAAF-1501-4BEA-BB7C-85E437301847}" dt="2024-01-05T08:21:51.837" v="719" actId="255"/>
          <ac:spMkLst>
            <pc:docMk/>
            <pc:sldMk cId="3359842287" sldId="275"/>
            <ac:spMk id="3" creationId="{3E88713C-096B-2CEE-25E6-4EED56C95149}"/>
          </ac:spMkLst>
        </pc:spChg>
        <pc:picChg chg="add mod">
          <ac:chgData name="Sivaranjani CSE SNSCT" userId="cba8e9a3-8c9b-4ead-93d6-1f188001dc6a" providerId="ADAL" clId="{5FF6CAAF-1501-4BEA-BB7C-85E437301847}" dt="2024-01-05T08:22:00.750" v="723" actId="14100"/>
          <ac:picMkLst>
            <pc:docMk/>
            <pc:sldMk cId="3359842287" sldId="275"/>
            <ac:picMk id="4" creationId="{EDEA0732-6BD8-BC08-B648-9E80EC197A72}"/>
          </ac:picMkLst>
        </pc:picChg>
      </pc:sldChg>
      <pc:sldChg chg="delSp modSp add mod">
        <pc:chgData name="Sivaranjani CSE SNSCT" userId="cba8e9a3-8c9b-4ead-93d6-1f188001dc6a" providerId="ADAL" clId="{5FF6CAAF-1501-4BEA-BB7C-85E437301847}" dt="2024-01-05T08:23:44.995" v="733" actId="21"/>
        <pc:sldMkLst>
          <pc:docMk/>
          <pc:sldMk cId="269490482" sldId="276"/>
        </pc:sldMkLst>
        <pc:spChg chg="mod">
          <ac:chgData name="Sivaranjani CSE SNSCT" userId="cba8e9a3-8c9b-4ead-93d6-1f188001dc6a" providerId="ADAL" clId="{5FF6CAAF-1501-4BEA-BB7C-85E437301847}" dt="2024-01-05T08:23:44.995" v="733" actId="21"/>
          <ac:spMkLst>
            <pc:docMk/>
            <pc:sldMk cId="269490482" sldId="276"/>
            <ac:spMk id="3" creationId="{3E88713C-096B-2CEE-25E6-4EED56C95149}"/>
          </ac:spMkLst>
        </pc:spChg>
        <pc:picChg chg="del">
          <ac:chgData name="Sivaranjani CSE SNSCT" userId="cba8e9a3-8c9b-4ead-93d6-1f188001dc6a" providerId="ADAL" clId="{5FF6CAAF-1501-4BEA-BB7C-85E437301847}" dt="2024-01-05T08:22:12.801" v="726" actId="478"/>
          <ac:picMkLst>
            <pc:docMk/>
            <pc:sldMk cId="269490482" sldId="276"/>
            <ac:picMk id="4" creationId="{EDEA0732-6BD8-BC08-B648-9E80EC197A72}"/>
          </ac:picMkLst>
        </pc:picChg>
      </pc:sldChg>
      <pc:sldChg chg="modSp add mod">
        <pc:chgData name="Sivaranjani CSE SNSCT" userId="cba8e9a3-8c9b-4ead-93d6-1f188001dc6a" providerId="ADAL" clId="{5FF6CAAF-1501-4BEA-BB7C-85E437301847}" dt="2024-01-05T09:19:51.400" v="759" actId="115"/>
        <pc:sldMkLst>
          <pc:docMk/>
          <pc:sldMk cId="3551104418" sldId="277"/>
        </pc:sldMkLst>
        <pc:spChg chg="mod">
          <ac:chgData name="Sivaranjani CSE SNSCT" userId="cba8e9a3-8c9b-4ead-93d6-1f188001dc6a" providerId="ADAL" clId="{5FF6CAAF-1501-4BEA-BB7C-85E437301847}" dt="2024-01-05T08:24:37.399" v="743" actId="27636"/>
          <ac:spMkLst>
            <pc:docMk/>
            <pc:sldMk cId="3551104418" sldId="277"/>
            <ac:spMk id="2" creationId="{5D486B30-206F-F09C-78F2-157DA5D37EEB}"/>
          </ac:spMkLst>
        </pc:spChg>
        <pc:spChg chg="mod">
          <ac:chgData name="Sivaranjani CSE SNSCT" userId="cba8e9a3-8c9b-4ead-93d6-1f188001dc6a" providerId="ADAL" clId="{5FF6CAAF-1501-4BEA-BB7C-85E437301847}" dt="2024-01-05T09:19:51.400" v="759" actId="115"/>
          <ac:spMkLst>
            <pc:docMk/>
            <pc:sldMk cId="3551104418" sldId="277"/>
            <ac:spMk id="3" creationId="{3E88713C-096B-2CEE-25E6-4EED56C95149}"/>
          </ac:spMkLst>
        </pc:spChg>
      </pc:sldChg>
      <pc:sldChg chg="modSp add mod">
        <pc:chgData name="Sivaranjani CSE SNSCT" userId="cba8e9a3-8c9b-4ead-93d6-1f188001dc6a" providerId="ADAL" clId="{5FF6CAAF-1501-4BEA-BB7C-85E437301847}" dt="2024-01-05T09:19:11.280" v="753" actId="115"/>
        <pc:sldMkLst>
          <pc:docMk/>
          <pc:sldMk cId="738301407" sldId="278"/>
        </pc:sldMkLst>
        <pc:spChg chg="mod">
          <ac:chgData name="Sivaranjani CSE SNSCT" userId="cba8e9a3-8c9b-4ead-93d6-1f188001dc6a" providerId="ADAL" clId="{5FF6CAAF-1501-4BEA-BB7C-85E437301847}" dt="2024-01-05T09:19:11.280" v="753" actId="115"/>
          <ac:spMkLst>
            <pc:docMk/>
            <pc:sldMk cId="738301407" sldId="278"/>
            <ac:spMk id="3" creationId="{3E88713C-096B-2CEE-25E6-4EED56C95149}"/>
          </ac:spMkLst>
        </pc:spChg>
      </pc:sldChg>
      <pc:sldChg chg="addSp delSp modSp add mod">
        <pc:chgData name="Sivaranjani CSE SNSCT" userId="cba8e9a3-8c9b-4ead-93d6-1f188001dc6a" providerId="ADAL" clId="{5FF6CAAF-1501-4BEA-BB7C-85E437301847}" dt="2024-01-05T10:14:50.892" v="798" actId="255"/>
        <pc:sldMkLst>
          <pc:docMk/>
          <pc:sldMk cId="144004971" sldId="279"/>
        </pc:sldMkLst>
        <pc:spChg chg="mod">
          <ac:chgData name="Sivaranjani CSE SNSCT" userId="cba8e9a3-8c9b-4ead-93d6-1f188001dc6a" providerId="ADAL" clId="{5FF6CAAF-1501-4BEA-BB7C-85E437301847}" dt="2024-01-05T10:14:50.892" v="798" actId="255"/>
          <ac:spMkLst>
            <pc:docMk/>
            <pc:sldMk cId="144004971" sldId="279"/>
            <ac:spMk id="3" creationId="{3E88713C-096B-2CEE-25E6-4EED56C95149}"/>
          </ac:spMkLst>
        </pc:spChg>
        <pc:picChg chg="add del mod">
          <ac:chgData name="Sivaranjani CSE SNSCT" userId="cba8e9a3-8c9b-4ead-93d6-1f188001dc6a" providerId="ADAL" clId="{5FF6CAAF-1501-4BEA-BB7C-85E437301847}" dt="2024-01-05T10:13:01.417" v="786"/>
          <ac:picMkLst>
            <pc:docMk/>
            <pc:sldMk cId="144004971" sldId="279"/>
            <ac:picMk id="4" creationId="{09980795-73E5-25DA-D4D8-E0E4D293D877}"/>
          </ac:picMkLst>
        </pc:picChg>
        <pc:picChg chg="add mod">
          <ac:chgData name="Sivaranjani CSE SNSCT" userId="cba8e9a3-8c9b-4ead-93d6-1f188001dc6a" providerId="ADAL" clId="{5FF6CAAF-1501-4BEA-BB7C-85E437301847}" dt="2024-01-05T10:14:36.368" v="795" actId="14100"/>
          <ac:picMkLst>
            <pc:docMk/>
            <pc:sldMk cId="144004971" sldId="279"/>
            <ac:picMk id="6" creationId="{30F8F9C4-1ED6-5EED-63B3-6BD6A6060947}"/>
          </ac:picMkLst>
        </pc:picChg>
      </pc:sldChg>
      <pc:sldChg chg="addSp delSp modSp add mod">
        <pc:chgData name="Sivaranjani CSE SNSCT" userId="cba8e9a3-8c9b-4ead-93d6-1f188001dc6a" providerId="ADAL" clId="{5FF6CAAF-1501-4BEA-BB7C-85E437301847}" dt="2024-01-05T10:25:49.353" v="869" actId="21"/>
        <pc:sldMkLst>
          <pc:docMk/>
          <pc:sldMk cId="1543321059" sldId="280"/>
        </pc:sldMkLst>
        <pc:spChg chg="mod">
          <ac:chgData name="Sivaranjani CSE SNSCT" userId="cba8e9a3-8c9b-4ead-93d6-1f188001dc6a" providerId="ADAL" clId="{5FF6CAAF-1501-4BEA-BB7C-85E437301847}" dt="2024-01-05T10:25:32.395" v="867" actId="14100"/>
          <ac:spMkLst>
            <pc:docMk/>
            <pc:sldMk cId="1543321059" sldId="280"/>
            <ac:spMk id="2" creationId="{5D486B30-206F-F09C-78F2-157DA5D37EEB}"/>
          </ac:spMkLst>
        </pc:spChg>
        <pc:spChg chg="mod">
          <ac:chgData name="Sivaranjani CSE SNSCT" userId="cba8e9a3-8c9b-4ead-93d6-1f188001dc6a" providerId="ADAL" clId="{5FF6CAAF-1501-4BEA-BB7C-85E437301847}" dt="2024-01-05T10:25:49.353" v="869" actId="21"/>
          <ac:spMkLst>
            <pc:docMk/>
            <pc:sldMk cId="1543321059" sldId="280"/>
            <ac:spMk id="3" creationId="{3E88713C-096B-2CEE-25E6-4EED56C95149}"/>
          </ac:spMkLst>
        </pc:spChg>
        <pc:spChg chg="add del">
          <ac:chgData name="Sivaranjani CSE SNSCT" userId="cba8e9a3-8c9b-4ead-93d6-1f188001dc6a" providerId="ADAL" clId="{5FF6CAAF-1501-4BEA-BB7C-85E437301847}" dt="2024-01-05T10:24:00.467" v="803"/>
          <ac:spMkLst>
            <pc:docMk/>
            <pc:sldMk cId="1543321059" sldId="280"/>
            <ac:spMk id="4" creationId="{DE99F991-C9D6-5394-7BD5-A4D1F0430195}"/>
          </ac:spMkLst>
        </pc:spChg>
        <pc:spChg chg="add del">
          <ac:chgData name="Sivaranjani CSE SNSCT" userId="cba8e9a3-8c9b-4ead-93d6-1f188001dc6a" providerId="ADAL" clId="{5FF6CAAF-1501-4BEA-BB7C-85E437301847}" dt="2024-01-05T10:24:04.097" v="805"/>
          <ac:spMkLst>
            <pc:docMk/>
            <pc:sldMk cId="1543321059" sldId="280"/>
            <ac:spMk id="5" creationId="{AB03DF7E-6A6D-B592-67D2-3EB710F8B240}"/>
          </ac:spMkLst>
        </pc:spChg>
        <pc:spChg chg="add del">
          <ac:chgData name="Sivaranjani CSE SNSCT" userId="cba8e9a3-8c9b-4ead-93d6-1f188001dc6a" providerId="ADAL" clId="{5FF6CAAF-1501-4BEA-BB7C-85E437301847}" dt="2024-01-05T10:24:13.652" v="807"/>
          <ac:spMkLst>
            <pc:docMk/>
            <pc:sldMk cId="1543321059" sldId="280"/>
            <ac:spMk id="7" creationId="{8B49E96B-8988-49F3-B3D2-B554FC17825E}"/>
          </ac:spMkLst>
        </pc:spChg>
        <pc:spChg chg="add del">
          <ac:chgData name="Sivaranjani CSE SNSCT" userId="cba8e9a3-8c9b-4ead-93d6-1f188001dc6a" providerId="ADAL" clId="{5FF6CAAF-1501-4BEA-BB7C-85E437301847}" dt="2024-01-05T10:24:24.604" v="853"/>
          <ac:spMkLst>
            <pc:docMk/>
            <pc:sldMk cId="1543321059" sldId="280"/>
            <ac:spMk id="8" creationId="{70B5D0BD-EEA3-5D1E-DFFD-0A18A0501381}"/>
          </ac:spMkLst>
        </pc:spChg>
        <pc:picChg chg="del">
          <ac:chgData name="Sivaranjani CSE SNSCT" userId="cba8e9a3-8c9b-4ead-93d6-1f188001dc6a" providerId="ADAL" clId="{5FF6CAAF-1501-4BEA-BB7C-85E437301847}" dt="2024-01-05T10:23:53.870" v="800" actId="478"/>
          <ac:picMkLst>
            <pc:docMk/>
            <pc:sldMk cId="1543321059" sldId="280"/>
            <ac:picMk id="6" creationId="{30F8F9C4-1ED6-5EED-63B3-6BD6A6060947}"/>
          </ac:picMkLst>
        </pc:picChg>
      </pc:sldChg>
      <pc:sldChg chg="addSp delSp modSp add mod">
        <pc:chgData name="Sivaranjani CSE SNSCT" userId="cba8e9a3-8c9b-4ead-93d6-1f188001dc6a" providerId="ADAL" clId="{5FF6CAAF-1501-4BEA-BB7C-85E437301847}" dt="2024-01-05T10:29:09.992" v="895" actId="14100"/>
        <pc:sldMkLst>
          <pc:docMk/>
          <pc:sldMk cId="3308729021" sldId="281"/>
        </pc:sldMkLst>
        <pc:spChg chg="mod">
          <ac:chgData name="Sivaranjani CSE SNSCT" userId="cba8e9a3-8c9b-4ead-93d6-1f188001dc6a" providerId="ADAL" clId="{5FF6CAAF-1501-4BEA-BB7C-85E437301847}" dt="2024-01-05T10:29:09.992" v="895" actId="14100"/>
          <ac:spMkLst>
            <pc:docMk/>
            <pc:sldMk cId="3308729021" sldId="281"/>
            <ac:spMk id="3" creationId="{3E88713C-096B-2CEE-25E6-4EED56C95149}"/>
          </ac:spMkLst>
        </pc:spChg>
        <pc:spChg chg="add del">
          <ac:chgData name="Sivaranjani CSE SNSCT" userId="cba8e9a3-8c9b-4ead-93d6-1f188001dc6a" providerId="ADAL" clId="{5FF6CAAF-1501-4BEA-BB7C-85E437301847}" dt="2024-01-05T10:27:26.591" v="878"/>
          <ac:spMkLst>
            <pc:docMk/>
            <pc:sldMk cId="3308729021" sldId="281"/>
            <ac:spMk id="4" creationId="{434BD36B-EE36-01BC-F841-EE52E98CEF91}"/>
          </ac:spMkLst>
        </pc:spChg>
      </pc:sldChg>
      <pc:sldChg chg="addSp delSp modSp add mod">
        <pc:chgData name="Sivaranjani CSE SNSCT" userId="cba8e9a3-8c9b-4ead-93d6-1f188001dc6a" providerId="ADAL" clId="{5FF6CAAF-1501-4BEA-BB7C-85E437301847}" dt="2024-01-05T10:31:22.965" v="919" actId="113"/>
        <pc:sldMkLst>
          <pc:docMk/>
          <pc:sldMk cId="3989100879" sldId="282"/>
        </pc:sldMkLst>
        <pc:spChg chg="add del mod">
          <ac:chgData name="Sivaranjani CSE SNSCT" userId="cba8e9a3-8c9b-4ead-93d6-1f188001dc6a" providerId="ADAL" clId="{5FF6CAAF-1501-4BEA-BB7C-85E437301847}" dt="2024-01-05T10:31:22.965" v="919" actId="113"/>
          <ac:spMkLst>
            <pc:docMk/>
            <pc:sldMk cId="3989100879" sldId="282"/>
            <ac:spMk id="3" creationId="{3E88713C-096B-2CEE-25E6-4EED56C95149}"/>
          </ac:spMkLst>
        </pc:spChg>
        <pc:spChg chg="add del mod">
          <ac:chgData name="Sivaranjani CSE SNSCT" userId="cba8e9a3-8c9b-4ead-93d6-1f188001dc6a" providerId="ADAL" clId="{5FF6CAAF-1501-4BEA-BB7C-85E437301847}" dt="2024-01-05T10:29:52.184" v="900"/>
          <ac:spMkLst>
            <pc:docMk/>
            <pc:sldMk cId="3989100879" sldId="282"/>
            <ac:spMk id="4" creationId="{7F66FBB7-4558-56FA-018B-DC258DF76E23}"/>
          </ac:spMkLst>
        </pc:spChg>
      </pc:sldChg>
      <pc:sldChg chg="modSp add mod">
        <pc:chgData name="Sivaranjani CSE SNSCT" userId="cba8e9a3-8c9b-4ead-93d6-1f188001dc6a" providerId="ADAL" clId="{5FF6CAAF-1501-4BEA-BB7C-85E437301847}" dt="2024-01-05T10:32:56.970" v="933" actId="14100"/>
        <pc:sldMkLst>
          <pc:docMk/>
          <pc:sldMk cId="332281922" sldId="283"/>
        </pc:sldMkLst>
        <pc:spChg chg="mod">
          <ac:chgData name="Sivaranjani CSE SNSCT" userId="cba8e9a3-8c9b-4ead-93d6-1f188001dc6a" providerId="ADAL" clId="{5FF6CAAF-1501-4BEA-BB7C-85E437301847}" dt="2024-01-05T10:32:56.970" v="933" actId="14100"/>
          <ac:spMkLst>
            <pc:docMk/>
            <pc:sldMk cId="332281922" sldId="283"/>
            <ac:spMk id="3" creationId="{3E88713C-096B-2CEE-25E6-4EED56C95149}"/>
          </ac:spMkLst>
        </pc:spChg>
      </pc:sldChg>
      <pc:sldChg chg="modSp add mod">
        <pc:chgData name="Sivaranjani CSE SNSCT" userId="cba8e9a3-8c9b-4ead-93d6-1f188001dc6a" providerId="ADAL" clId="{5FF6CAAF-1501-4BEA-BB7C-85E437301847}" dt="2024-01-05T10:34:54.300" v="941" actId="12"/>
        <pc:sldMkLst>
          <pc:docMk/>
          <pc:sldMk cId="1179998807" sldId="284"/>
        </pc:sldMkLst>
        <pc:spChg chg="mod">
          <ac:chgData name="Sivaranjani CSE SNSCT" userId="cba8e9a3-8c9b-4ead-93d6-1f188001dc6a" providerId="ADAL" clId="{5FF6CAAF-1501-4BEA-BB7C-85E437301847}" dt="2024-01-05T10:34:54.300" v="941" actId="12"/>
          <ac:spMkLst>
            <pc:docMk/>
            <pc:sldMk cId="1179998807" sldId="284"/>
            <ac:spMk id="3" creationId="{3E88713C-096B-2CEE-25E6-4EED56C95149}"/>
          </ac:spMkLst>
        </pc:spChg>
      </pc:sldChg>
      <pc:sldChg chg="addSp delSp modSp add mod">
        <pc:chgData name="Sivaranjani CSE SNSCT" userId="cba8e9a3-8c9b-4ead-93d6-1f188001dc6a" providerId="ADAL" clId="{5FF6CAAF-1501-4BEA-BB7C-85E437301847}" dt="2024-01-05T10:44:02.769" v="966" actId="14100"/>
        <pc:sldMkLst>
          <pc:docMk/>
          <pc:sldMk cId="3448904128" sldId="285"/>
        </pc:sldMkLst>
        <pc:spChg chg="mod">
          <ac:chgData name="Sivaranjani CSE SNSCT" userId="cba8e9a3-8c9b-4ead-93d6-1f188001dc6a" providerId="ADAL" clId="{5FF6CAAF-1501-4BEA-BB7C-85E437301847}" dt="2024-01-05T10:44:02.769" v="966" actId="14100"/>
          <ac:spMkLst>
            <pc:docMk/>
            <pc:sldMk cId="3448904128" sldId="285"/>
            <ac:spMk id="3" creationId="{3E88713C-096B-2CEE-25E6-4EED56C95149}"/>
          </ac:spMkLst>
        </pc:spChg>
        <pc:spChg chg="add del">
          <ac:chgData name="Sivaranjani CSE SNSCT" userId="cba8e9a3-8c9b-4ead-93d6-1f188001dc6a" providerId="ADAL" clId="{5FF6CAAF-1501-4BEA-BB7C-85E437301847}" dt="2024-01-05T10:42:48.447" v="956"/>
          <ac:spMkLst>
            <pc:docMk/>
            <pc:sldMk cId="3448904128" sldId="285"/>
            <ac:spMk id="4" creationId="{F43F52D1-760F-6FD1-E05F-0FC1930046AB}"/>
          </ac:spMkLst>
        </pc:spChg>
        <pc:picChg chg="add mod">
          <ac:chgData name="Sivaranjani CSE SNSCT" userId="cba8e9a3-8c9b-4ead-93d6-1f188001dc6a" providerId="ADAL" clId="{5FF6CAAF-1501-4BEA-BB7C-85E437301847}" dt="2024-01-05T10:43:55.712" v="965" actId="14100"/>
          <ac:picMkLst>
            <pc:docMk/>
            <pc:sldMk cId="3448904128" sldId="285"/>
            <ac:picMk id="5" creationId="{18F27AE4-9B3B-03CD-94E8-37840A6E08A3}"/>
          </ac:picMkLst>
        </pc:picChg>
        <pc:picChg chg="add del">
          <ac:chgData name="Sivaranjani CSE SNSCT" userId="cba8e9a3-8c9b-4ead-93d6-1f188001dc6a" providerId="ADAL" clId="{5FF6CAAF-1501-4BEA-BB7C-85E437301847}" dt="2024-01-05T10:42:48.447" v="956"/>
          <ac:picMkLst>
            <pc:docMk/>
            <pc:sldMk cId="3448904128" sldId="285"/>
            <ac:picMk id="6146" creationId="{AE71C7F2-1C67-C904-2558-9D155A1364E3}"/>
          </ac:picMkLst>
        </pc:picChg>
      </pc:sldChg>
      <pc:sldChg chg="addSp delSp modSp add mod">
        <pc:chgData name="Sivaranjani CSE SNSCT" userId="cba8e9a3-8c9b-4ead-93d6-1f188001dc6a" providerId="ADAL" clId="{5FF6CAAF-1501-4BEA-BB7C-85E437301847}" dt="2024-01-05T10:45:07.103" v="978" actId="14100"/>
        <pc:sldMkLst>
          <pc:docMk/>
          <pc:sldMk cId="2528616825" sldId="286"/>
        </pc:sldMkLst>
        <pc:spChg chg="mod">
          <ac:chgData name="Sivaranjani CSE SNSCT" userId="cba8e9a3-8c9b-4ead-93d6-1f188001dc6a" providerId="ADAL" clId="{5FF6CAAF-1501-4BEA-BB7C-85E437301847}" dt="2024-01-05T10:44:55.595" v="975" actId="255"/>
          <ac:spMkLst>
            <pc:docMk/>
            <pc:sldMk cId="2528616825" sldId="286"/>
            <ac:spMk id="3" creationId="{3E88713C-096B-2CEE-25E6-4EED56C95149}"/>
          </ac:spMkLst>
        </pc:spChg>
        <pc:picChg chg="add mod">
          <ac:chgData name="Sivaranjani CSE SNSCT" userId="cba8e9a3-8c9b-4ead-93d6-1f188001dc6a" providerId="ADAL" clId="{5FF6CAAF-1501-4BEA-BB7C-85E437301847}" dt="2024-01-05T10:45:07.103" v="978" actId="14100"/>
          <ac:picMkLst>
            <pc:docMk/>
            <pc:sldMk cId="2528616825" sldId="286"/>
            <ac:picMk id="4" creationId="{CC7E86C5-4856-D7E9-151B-378C7F3FC45D}"/>
          </ac:picMkLst>
        </pc:picChg>
        <pc:picChg chg="del">
          <ac:chgData name="Sivaranjani CSE SNSCT" userId="cba8e9a3-8c9b-4ead-93d6-1f188001dc6a" providerId="ADAL" clId="{5FF6CAAF-1501-4BEA-BB7C-85E437301847}" dt="2024-01-05T10:44:15.748" v="969" actId="478"/>
          <ac:picMkLst>
            <pc:docMk/>
            <pc:sldMk cId="2528616825" sldId="286"/>
            <ac:picMk id="5" creationId="{18F27AE4-9B3B-03CD-94E8-37840A6E08A3}"/>
          </ac:picMkLst>
        </pc:picChg>
      </pc:sldChg>
      <pc:sldChg chg="addSp delSp modSp add mod">
        <pc:chgData name="Sivaranjani CSE SNSCT" userId="cba8e9a3-8c9b-4ead-93d6-1f188001dc6a" providerId="ADAL" clId="{5FF6CAAF-1501-4BEA-BB7C-85E437301847}" dt="2024-01-05T10:46:19.734" v="993" actId="14100"/>
        <pc:sldMkLst>
          <pc:docMk/>
          <pc:sldMk cId="2321473652" sldId="287"/>
        </pc:sldMkLst>
        <pc:spChg chg="mod">
          <ac:chgData name="Sivaranjani CSE SNSCT" userId="cba8e9a3-8c9b-4ead-93d6-1f188001dc6a" providerId="ADAL" clId="{5FF6CAAF-1501-4BEA-BB7C-85E437301847}" dt="2024-01-05T10:46:13.869" v="991" actId="255"/>
          <ac:spMkLst>
            <pc:docMk/>
            <pc:sldMk cId="2321473652" sldId="287"/>
            <ac:spMk id="3" creationId="{3E88713C-096B-2CEE-25E6-4EED56C95149}"/>
          </ac:spMkLst>
        </pc:spChg>
        <pc:picChg chg="del">
          <ac:chgData name="Sivaranjani CSE SNSCT" userId="cba8e9a3-8c9b-4ead-93d6-1f188001dc6a" providerId="ADAL" clId="{5FF6CAAF-1501-4BEA-BB7C-85E437301847}" dt="2024-01-05T10:45:17.428" v="980" actId="478"/>
          <ac:picMkLst>
            <pc:docMk/>
            <pc:sldMk cId="2321473652" sldId="287"/>
            <ac:picMk id="4" creationId="{CC7E86C5-4856-D7E9-151B-378C7F3FC45D}"/>
          </ac:picMkLst>
        </pc:picChg>
        <pc:picChg chg="add mod">
          <ac:chgData name="Sivaranjani CSE SNSCT" userId="cba8e9a3-8c9b-4ead-93d6-1f188001dc6a" providerId="ADAL" clId="{5FF6CAAF-1501-4BEA-BB7C-85E437301847}" dt="2024-01-05T10:46:19.734" v="993" actId="14100"/>
          <ac:picMkLst>
            <pc:docMk/>
            <pc:sldMk cId="2321473652" sldId="287"/>
            <ac:picMk id="5" creationId="{2FC13C8B-D225-6C17-B1AF-92507BB3FE64}"/>
          </ac:picMkLst>
        </pc:picChg>
      </pc:sldChg>
      <pc:sldChg chg="delSp modSp add mod">
        <pc:chgData name="Sivaranjani CSE SNSCT" userId="cba8e9a3-8c9b-4ead-93d6-1f188001dc6a" providerId="ADAL" clId="{5FF6CAAF-1501-4BEA-BB7C-85E437301847}" dt="2024-01-05T10:47:45.211" v="1094" actId="255"/>
        <pc:sldMkLst>
          <pc:docMk/>
          <pc:sldMk cId="800329773" sldId="288"/>
        </pc:sldMkLst>
        <pc:spChg chg="mod">
          <ac:chgData name="Sivaranjani CSE SNSCT" userId="cba8e9a3-8c9b-4ead-93d6-1f188001dc6a" providerId="ADAL" clId="{5FF6CAAF-1501-4BEA-BB7C-85E437301847}" dt="2024-01-05T10:47:45.211" v="1094" actId="255"/>
          <ac:spMkLst>
            <pc:docMk/>
            <pc:sldMk cId="800329773" sldId="288"/>
            <ac:spMk id="3" creationId="{3E88713C-096B-2CEE-25E6-4EED56C95149}"/>
          </ac:spMkLst>
        </pc:spChg>
        <pc:picChg chg="del">
          <ac:chgData name="Sivaranjani CSE SNSCT" userId="cba8e9a3-8c9b-4ead-93d6-1f188001dc6a" providerId="ADAL" clId="{5FF6CAAF-1501-4BEA-BB7C-85E437301847}" dt="2024-01-05T10:46:28.036" v="996" actId="478"/>
          <ac:picMkLst>
            <pc:docMk/>
            <pc:sldMk cId="800329773" sldId="288"/>
            <ac:picMk id="5" creationId="{2FC13C8B-D225-6C17-B1AF-92507BB3FE64}"/>
          </ac:picMkLst>
        </pc:picChg>
      </pc:sldChg>
      <pc:sldChg chg="addSp modSp add mod">
        <pc:chgData name="Sivaranjani CSE SNSCT" userId="cba8e9a3-8c9b-4ead-93d6-1f188001dc6a" providerId="ADAL" clId="{5FF6CAAF-1501-4BEA-BB7C-85E437301847}" dt="2024-01-05T10:49:27.674" v="1119" actId="255"/>
        <pc:sldMkLst>
          <pc:docMk/>
          <pc:sldMk cId="2519185888" sldId="289"/>
        </pc:sldMkLst>
        <pc:spChg chg="mod">
          <ac:chgData name="Sivaranjani CSE SNSCT" userId="cba8e9a3-8c9b-4ead-93d6-1f188001dc6a" providerId="ADAL" clId="{5FF6CAAF-1501-4BEA-BB7C-85E437301847}" dt="2024-01-05T10:49:27.674" v="1119" actId="255"/>
          <ac:spMkLst>
            <pc:docMk/>
            <pc:sldMk cId="2519185888" sldId="289"/>
            <ac:spMk id="3" creationId="{3E88713C-096B-2CEE-25E6-4EED56C95149}"/>
          </ac:spMkLst>
        </pc:spChg>
        <pc:picChg chg="add mod">
          <ac:chgData name="Sivaranjani CSE SNSCT" userId="cba8e9a3-8c9b-4ead-93d6-1f188001dc6a" providerId="ADAL" clId="{5FF6CAAF-1501-4BEA-BB7C-85E437301847}" dt="2024-01-05T10:49:09.638" v="1106" actId="14100"/>
          <ac:picMkLst>
            <pc:docMk/>
            <pc:sldMk cId="2519185888" sldId="289"/>
            <ac:picMk id="4" creationId="{0A2C2925-2C60-FD4A-E3D7-E33B3276FBD8}"/>
          </ac:picMkLst>
        </pc:picChg>
      </pc:sldChg>
      <pc:sldChg chg="new del">
        <pc:chgData name="Sivaranjani CSE SNSCT" userId="cba8e9a3-8c9b-4ead-93d6-1f188001dc6a" providerId="ADAL" clId="{5FF6CAAF-1501-4BEA-BB7C-85E437301847}" dt="2024-01-05T10:50:14.563" v="1125" actId="680"/>
        <pc:sldMkLst>
          <pc:docMk/>
          <pc:sldMk cId="370762128" sldId="290"/>
        </pc:sldMkLst>
      </pc:sldChg>
      <pc:sldChg chg="addSp modSp mod">
        <pc:chgData name="Sivaranjani CSE SNSCT" userId="cba8e9a3-8c9b-4ead-93d6-1f188001dc6a" providerId="ADAL" clId="{5FF6CAAF-1501-4BEA-BB7C-85E437301847}" dt="2024-01-05T10:52:39.750" v="1150" actId="1076"/>
        <pc:sldMkLst>
          <pc:docMk/>
          <pc:sldMk cId="1672318743" sldId="290"/>
        </pc:sldMkLst>
        <pc:spChg chg="mod">
          <ac:chgData name="Sivaranjani CSE SNSCT" userId="cba8e9a3-8c9b-4ead-93d6-1f188001dc6a" providerId="ADAL" clId="{5FF6CAAF-1501-4BEA-BB7C-85E437301847}" dt="2024-01-05T10:52:26.424" v="1145" actId="255"/>
          <ac:spMkLst>
            <pc:docMk/>
            <pc:sldMk cId="1672318743" sldId="290"/>
            <ac:spMk id="2" creationId="{5D486B30-206F-F09C-78F2-157DA5D37EEB}"/>
          </ac:spMkLst>
        </pc:spChg>
        <pc:spChg chg="mod">
          <ac:chgData name="Sivaranjani CSE SNSCT" userId="cba8e9a3-8c9b-4ead-93d6-1f188001dc6a" providerId="ADAL" clId="{5FF6CAAF-1501-4BEA-BB7C-85E437301847}" dt="2024-01-05T10:52:32.611" v="1148" actId="20577"/>
          <ac:spMkLst>
            <pc:docMk/>
            <pc:sldMk cId="1672318743" sldId="290"/>
            <ac:spMk id="3" creationId="{3E88713C-096B-2CEE-25E6-4EED56C95149}"/>
          </ac:spMkLst>
        </pc:spChg>
        <pc:spChg chg="add mod">
          <ac:chgData name="Sivaranjani CSE SNSCT" userId="cba8e9a3-8c9b-4ead-93d6-1f188001dc6a" providerId="ADAL" clId="{5FF6CAAF-1501-4BEA-BB7C-85E437301847}" dt="2024-01-05T10:52:37.500" v="1149" actId="1076"/>
          <ac:spMkLst>
            <pc:docMk/>
            <pc:sldMk cId="1672318743" sldId="290"/>
            <ac:spMk id="6" creationId="{6AE06809-4C1C-17EA-081E-130A35E2AC2C}"/>
          </ac:spMkLst>
        </pc:spChg>
        <pc:picChg chg="add mod">
          <ac:chgData name="Sivaranjani CSE SNSCT" userId="cba8e9a3-8c9b-4ead-93d6-1f188001dc6a" providerId="ADAL" clId="{5FF6CAAF-1501-4BEA-BB7C-85E437301847}" dt="2024-01-05T10:52:39.750" v="1150" actId="1076"/>
          <ac:picMkLst>
            <pc:docMk/>
            <pc:sldMk cId="1672318743" sldId="290"/>
            <ac:picMk id="4" creationId="{B8AB1D9D-0C08-D6A0-BFE6-A166A3804C77}"/>
          </ac:picMkLst>
        </pc:picChg>
      </pc:sldChg>
      <pc:sldChg chg="modSp add del mod">
        <pc:chgData name="Sivaranjani CSE SNSCT" userId="cba8e9a3-8c9b-4ead-93d6-1f188001dc6a" providerId="ADAL" clId="{5FF6CAAF-1501-4BEA-BB7C-85E437301847}" dt="2024-01-05T10:49:58.507" v="1123" actId="2890"/>
        <pc:sldMkLst>
          <pc:docMk/>
          <pc:sldMk cId="4184975142" sldId="290"/>
        </pc:sldMkLst>
        <pc:spChg chg="mod">
          <ac:chgData name="Sivaranjani CSE SNSCT" userId="cba8e9a3-8c9b-4ead-93d6-1f188001dc6a" providerId="ADAL" clId="{5FF6CAAF-1501-4BEA-BB7C-85E437301847}" dt="2024-01-05T10:49:57.941" v="1122" actId="6549"/>
          <ac:spMkLst>
            <pc:docMk/>
            <pc:sldMk cId="4184975142" sldId="290"/>
            <ac:spMk id="3" creationId="{3E88713C-096B-2CEE-25E6-4EED56C95149}"/>
          </ac:spMkLst>
        </pc:spChg>
      </pc:sldChg>
      <pc:sldChg chg="addSp delSp modSp add mod">
        <pc:chgData name="Sivaranjani CSE SNSCT" userId="cba8e9a3-8c9b-4ead-93d6-1f188001dc6a" providerId="ADAL" clId="{5FF6CAAF-1501-4BEA-BB7C-85E437301847}" dt="2024-01-05T10:56:25.155" v="1202" actId="14100"/>
        <pc:sldMkLst>
          <pc:docMk/>
          <pc:sldMk cId="2950510415" sldId="291"/>
        </pc:sldMkLst>
        <pc:spChg chg="add del mod">
          <ac:chgData name="Sivaranjani CSE SNSCT" userId="cba8e9a3-8c9b-4ead-93d6-1f188001dc6a" providerId="ADAL" clId="{5FF6CAAF-1501-4BEA-BB7C-85E437301847}" dt="2024-01-05T10:56:04.315" v="1199" actId="20577"/>
          <ac:spMkLst>
            <pc:docMk/>
            <pc:sldMk cId="2950510415" sldId="291"/>
            <ac:spMk id="3" creationId="{3E88713C-096B-2CEE-25E6-4EED56C95149}"/>
          </ac:spMkLst>
        </pc:spChg>
        <pc:spChg chg="del mod">
          <ac:chgData name="Sivaranjani CSE SNSCT" userId="cba8e9a3-8c9b-4ead-93d6-1f188001dc6a" providerId="ADAL" clId="{5FF6CAAF-1501-4BEA-BB7C-85E437301847}" dt="2024-01-05T10:52:54.749" v="1155" actId="478"/>
          <ac:spMkLst>
            <pc:docMk/>
            <pc:sldMk cId="2950510415" sldId="291"/>
            <ac:spMk id="6" creationId="{6AE06809-4C1C-17EA-081E-130A35E2AC2C}"/>
          </ac:spMkLst>
        </pc:spChg>
        <pc:spChg chg="add del mod">
          <ac:chgData name="Sivaranjani CSE SNSCT" userId="cba8e9a3-8c9b-4ead-93d6-1f188001dc6a" providerId="ADAL" clId="{5FF6CAAF-1501-4BEA-BB7C-85E437301847}" dt="2024-01-05T10:53:00.283" v="1157" actId="478"/>
          <ac:spMkLst>
            <pc:docMk/>
            <pc:sldMk cId="2950510415" sldId="291"/>
            <ac:spMk id="7" creationId="{10E43B05-4440-C970-0B90-69967CDA6E7D}"/>
          </ac:spMkLst>
        </pc:spChg>
        <pc:spChg chg="add del">
          <ac:chgData name="Sivaranjani CSE SNSCT" userId="cba8e9a3-8c9b-4ead-93d6-1f188001dc6a" providerId="ADAL" clId="{5FF6CAAF-1501-4BEA-BB7C-85E437301847}" dt="2024-01-05T10:55:13.851" v="1186"/>
          <ac:spMkLst>
            <pc:docMk/>
            <pc:sldMk cId="2950510415" sldId="291"/>
            <ac:spMk id="8" creationId="{C7F261E0-F02B-F00B-046A-875370D32E11}"/>
          </ac:spMkLst>
        </pc:spChg>
        <pc:spChg chg="add del">
          <ac:chgData name="Sivaranjani CSE SNSCT" userId="cba8e9a3-8c9b-4ead-93d6-1f188001dc6a" providerId="ADAL" clId="{5FF6CAAF-1501-4BEA-BB7C-85E437301847}" dt="2024-01-05T10:55:13.851" v="1186"/>
          <ac:spMkLst>
            <pc:docMk/>
            <pc:sldMk cId="2950510415" sldId="291"/>
            <ac:spMk id="9" creationId="{2EF1A805-F019-04B4-40EA-6515739324E8}"/>
          </ac:spMkLst>
        </pc:spChg>
        <pc:picChg chg="del">
          <ac:chgData name="Sivaranjani CSE SNSCT" userId="cba8e9a3-8c9b-4ead-93d6-1f188001dc6a" providerId="ADAL" clId="{5FF6CAAF-1501-4BEA-BB7C-85E437301847}" dt="2024-01-05T10:52:44.355" v="1152" actId="478"/>
          <ac:picMkLst>
            <pc:docMk/>
            <pc:sldMk cId="2950510415" sldId="291"/>
            <ac:picMk id="4" creationId="{B8AB1D9D-0C08-D6A0-BFE6-A166A3804C77}"/>
          </ac:picMkLst>
        </pc:picChg>
        <pc:picChg chg="add mod">
          <ac:chgData name="Sivaranjani CSE SNSCT" userId="cba8e9a3-8c9b-4ead-93d6-1f188001dc6a" providerId="ADAL" clId="{5FF6CAAF-1501-4BEA-BB7C-85E437301847}" dt="2024-01-05T10:56:25.155" v="1202" actId="14100"/>
          <ac:picMkLst>
            <pc:docMk/>
            <pc:sldMk cId="2950510415" sldId="291"/>
            <ac:picMk id="10" creationId="{77C3172E-42F5-8A61-1527-37759C89387D}"/>
          </ac:picMkLst>
        </pc:picChg>
      </pc:sldChg>
      <pc:sldChg chg="addSp delSp modSp add mod modClrScheme chgLayout">
        <pc:chgData name="Sivaranjani CSE SNSCT" userId="cba8e9a3-8c9b-4ead-93d6-1f188001dc6a" providerId="ADAL" clId="{5FF6CAAF-1501-4BEA-BB7C-85E437301847}" dt="2024-01-05T10:59:02.939" v="1241" actId="14100"/>
        <pc:sldMkLst>
          <pc:docMk/>
          <pc:sldMk cId="3975472497" sldId="292"/>
        </pc:sldMkLst>
        <pc:spChg chg="mod ord">
          <ac:chgData name="Sivaranjani CSE SNSCT" userId="cba8e9a3-8c9b-4ead-93d6-1f188001dc6a" providerId="ADAL" clId="{5FF6CAAF-1501-4BEA-BB7C-85E437301847}" dt="2024-01-05T10:58:23.584" v="1230" actId="14100"/>
          <ac:spMkLst>
            <pc:docMk/>
            <pc:sldMk cId="3975472497" sldId="292"/>
            <ac:spMk id="2" creationId="{5D486B30-206F-F09C-78F2-157DA5D37EEB}"/>
          </ac:spMkLst>
        </pc:spChg>
        <pc:spChg chg="mod ord">
          <ac:chgData name="Sivaranjani CSE SNSCT" userId="cba8e9a3-8c9b-4ead-93d6-1f188001dc6a" providerId="ADAL" clId="{5FF6CAAF-1501-4BEA-BB7C-85E437301847}" dt="2024-01-05T10:57:36.127" v="1214" actId="700"/>
          <ac:spMkLst>
            <pc:docMk/>
            <pc:sldMk cId="3975472497" sldId="292"/>
            <ac:spMk id="3" creationId="{3E88713C-096B-2CEE-25E6-4EED56C95149}"/>
          </ac:spMkLst>
        </pc:spChg>
        <pc:spChg chg="add mod ord">
          <ac:chgData name="Sivaranjani CSE SNSCT" userId="cba8e9a3-8c9b-4ead-93d6-1f188001dc6a" providerId="ADAL" clId="{5FF6CAAF-1501-4BEA-BB7C-85E437301847}" dt="2024-01-05T10:59:02.939" v="1241" actId="14100"/>
          <ac:spMkLst>
            <pc:docMk/>
            <pc:sldMk cId="3975472497" sldId="292"/>
            <ac:spMk id="5" creationId="{5DFB2DC5-FD60-2626-2168-4FA06F87179B}"/>
          </ac:spMkLst>
        </pc:spChg>
        <pc:picChg chg="add mod">
          <ac:chgData name="Sivaranjani CSE SNSCT" userId="cba8e9a3-8c9b-4ead-93d6-1f188001dc6a" providerId="ADAL" clId="{5FF6CAAF-1501-4BEA-BB7C-85E437301847}" dt="2024-01-05T10:58:42.851" v="1236" actId="14100"/>
          <ac:picMkLst>
            <pc:docMk/>
            <pc:sldMk cId="3975472497" sldId="292"/>
            <ac:picMk id="4" creationId="{BA4D5E94-7D62-2F76-ACEC-04B63286EB32}"/>
          </ac:picMkLst>
        </pc:picChg>
        <pc:picChg chg="del">
          <ac:chgData name="Sivaranjani CSE SNSCT" userId="cba8e9a3-8c9b-4ead-93d6-1f188001dc6a" providerId="ADAL" clId="{5FF6CAAF-1501-4BEA-BB7C-85E437301847}" dt="2024-01-05T10:56:38.599" v="1205" actId="478"/>
          <ac:picMkLst>
            <pc:docMk/>
            <pc:sldMk cId="3975472497" sldId="292"/>
            <ac:picMk id="10" creationId="{77C3172E-42F5-8A61-1527-37759C89387D}"/>
          </ac:picMkLst>
        </pc:picChg>
      </pc:sldChg>
      <pc:sldChg chg="delSp modSp add mod">
        <pc:chgData name="Sivaranjani CSE SNSCT" userId="cba8e9a3-8c9b-4ead-93d6-1f188001dc6a" providerId="ADAL" clId="{5FF6CAAF-1501-4BEA-BB7C-85E437301847}" dt="2024-01-05T10:59:44.163" v="1248" actId="6549"/>
        <pc:sldMkLst>
          <pc:docMk/>
          <pc:sldMk cId="1846706357" sldId="293"/>
        </pc:sldMkLst>
        <pc:spChg chg="mod">
          <ac:chgData name="Sivaranjani CSE SNSCT" userId="cba8e9a3-8c9b-4ead-93d6-1f188001dc6a" providerId="ADAL" clId="{5FF6CAAF-1501-4BEA-BB7C-85E437301847}" dt="2024-01-05T10:59:44.163" v="1248" actId="6549"/>
          <ac:spMkLst>
            <pc:docMk/>
            <pc:sldMk cId="1846706357" sldId="293"/>
            <ac:spMk id="3" creationId="{3E88713C-096B-2CEE-25E6-4EED56C95149}"/>
          </ac:spMkLst>
        </pc:spChg>
        <pc:spChg chg="mod">
          <ac:chgData name="Sivaranjani CSE SNSCT" userId="cba8e9a3-8c9b-4ead-93d6-1f188001dc6a" providerId="ADAL" clId="{5FF6CAAF-1501-4BEA-BB7C-85E437301847}" dt="2024-01-05T10:59:39.090" v="1247" actId="5793"/>
          <ac:spMkLst>
            <pc:docMk/>
            <pc:sldMk cId="1846706357" sldId="293"/>
            <ac:spMk id="5" creationId="{5DFB2DC5-FD60-2626-2168-4FA06F87179B}"/>
          </ac:spMkLst>
        </pc:spChg>
        <pc:picChg chg="del">
          <ac:chgData name="Sivaranjani CSE SNSCT" userId="cba8e9a3-8c9b-4ead-93d6-1f188001dc6a" providerId="ADAL" clId="{5FF6CAAF-1501-4BEA-BB7C-85E437301847}" dt="2024-01-05T10:59:07.701" v="1243" actId="478"/>
          <ac:picMkLst>
            <pc:docMk/>
            <pc:sldMk cId="1846706357" sldId="293"/>
            <ac:picMk id="4" creationId="{BA4D5E94-7D62-2F76-ACEC-04B63286EB3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363E42-A5D0-40FD-86BD-D4D86702BB50}" type="datetimeFigureOut">
              <a:rPr lang="en-IN" smtClean="0"/>
              <a:t>13-02-2024</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3E92A0-1BED-4A28-9E07-AECB70451A54}" type="slidenum">
              <a:rPr lang="en-IN" smtClean="0"/>
              <a:t>‹#›</a:t>
            </a:fld>
            <a:endParaRPr lang="en-IN"/>
          </a:p>
        </p:txBody>
      </p:sp>
    </p:spTree>
    <p:extLst>
      <p:ext uri="{BB962C8B-B14F-4D97-AF65-F5344CB8AC3E}">
        <p14:creationId xmlns:p14="http://schemas.microsoft.com/office/powerpoint/2010/main" val="3450143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B1F46DD-6C16-4AAC-96AA-C3BECCB8ECC2}" type="slidenum">
              <a:rPr lang="en-IN" smtClean="0"/>
              <a:t>1</a:t>
            </a:fld>
            <a:endParaRPr lang="en-IN"/>
          </a:p>
        </p:txBody>
      </p:sp>
    </p:spTree>
    <p:extLst>
      <p:ext uri="{BB962C8B-B14F-4D97-AF65-F5344CB8AC3E}">
        <p14:creationId xmlns:p14="http://schemas.microsoft.com/office/powerpoint/2010/main" val="2596207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B1F46DD-6C16-4AAC-96AA-C3BECCB8ECC2}" type="slidenum">
              <a:rPr lang="en-IN" smtClean="0"/>
              <a:t>2</a:t>
            </a:fld>
            <a:endParaRPr lang="en-IN"/>
          </a:p>
        </p:txBody>
      </p:sp>
    </p:spTree>
    <p:extLst>
      <p:ext uri="{BB962C8B-B14F-4D97-AF65-F5344CB8AC3E}">
        <p14:creationId xmlns:p14="http://schemas.microsoft.com/office/powerpoint/2010/main" val="2596207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B1F46DD-6C16-4AAC-96AA-C3BECCB8ECC2}" type="slidenum">
              <a:rPr lang="en-IN" smtClean="0"/>
              <a:t>3</a:t>
            </a:fld>
            <a:endParaRPr lang="en-IN"/>
          </a:p>
        </p:txBody>
      </p:sp>
    </p:spTree>
    <p:extLst>
      <p:ext uri="{BB962C8B-B14F-4D97-AF65-F5344CB8AC3E}">
        <p14:creationId xmlns:p14="http://schemas.microsoft.com/office/powerpoint/2010/main" val="2596207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B1F46DD-6C16-4AAC-96AA-C3BECCB8ECC2}" type="slidenum">
              <a:rPr lang="en-IN" smtClean="0"/>
              <a:t>4</a:t>
            </a:fld>
            <a:endParaRPr lang="en-IN"/>
          </a:p>
        </p:txBody>
      </p:sp>
    </p:spTree>
    <p:extLst>
      <p:ext uri="{BB962C8B-B14F-4D97-AF65-F5344CB8AC3E}">
        <p14:creationId xmlns:p14="http://schemas.microsoft.com/office/powerpoint/2010/main" val="2596207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B1F46DD-6C16-4AAC-96AA-C3BECCB8ECC2}" type="slidenum">
              <a:rPr lang="en-IN" smtClean="0"/>
              <a:t>5</a:t>
            </a:fld>
            <a:endParaRPr lang="en-IN"/>
          </a:p>
        </p:txBody>
      </p:sp>
    </p:spTree>
    <p:extLst>
      <p:ext uri="{BB962C8B-B14F-4D97-AF65-F5344CB8AC3E}">
        <p14:creationId xmlns:p14="http://schemas.microsoft.com/office/powerpoint/2010/main" val="2596207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B1F46DD-6C16-4AAC-96AA-C3BECCB8ECC2}" type="slidenum">
              <a:rPr lang="en-IN" smtClean="0"/>
              <a:t>6</a:t>
            </a:fld>
            <a:endParaRPr lang="en-IN"/>
          </a:p>
        </p:txBody>
      </p:sp>
    </p:spTree>
    <p:extLst>
      <p:ext uri="{BB962C8B-B14F-4D97-AF65-F5344CB8AC3E}">
        <p14:creationId xmlns:p14="http://schemas.microsoft.com/office/powerpoint/2010/main" val="2596207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B1F46DD-6C16-4AAC-96AA-C3BECCB8ECC2}" type="slidenum">
              <a:rPr lang="en-IN" smtClean="0"/>
              <a:t>7</a:t>
            </a:fld>
            <a:endParaRPr lang="en-IN"/>
          </a:p>
        </p:txBody>
      </p:sp>
    </p:spTree>
    <p:extLst>
      <p:ext uri="{BB962C8B-B14F-4D97-AF65-F5344CB8AC3E}">
        <p14:creationId xmlns:p14="http://schemas.microsoft.com/office/powerpoint/2010/main" val="2596207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123E92A0-1BED-4A28-9E07-AECB70451A54}" type="slidenum">
              <a:rPr lang="en-IN" smtClean="0"/>
              <a:t>8</a:t>
            </a:fld>
            <a:endParaRPr lang="en-IN"/>
          </a:p>
        </p:txBody>
      </p:sp>
    </p:spTree>
    <p:extLst>
      <p:ext uri="{BB962C8B-B14F-4D97-AF65-F5344CB8AC3E}">
        <p14:creationId xmlns:p14="http://schemas.microsoft.com/office/powerpoint/2010/main" val="384020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123E92A0-1BED-4A28-9E07-AECB70451A54}" type="slidenum">
              <a:rPr lang="en-IN" smtClean="0"/>
              <a:t>9</a:t>
            </a:fld>
            <a:endParaRPr lang="en-IN"/>
          </a:p>
        </p:txBody>
      </p:sp>
    </p:spTree>
    <p:extLst>
      <p:ext uri="{BB962C8B-B14F-4D97-AF65-F5344CB8AC3E}">
        <p14:creationId xmlns:p14="http://schemas.microsoft.com/office/powerpoint/2010/main" val="384020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5F2FF4-37F8-DA05-EA0A-252E0DF4A7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098790D0-2623-6709-63AD-2A0204CEAD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0893F7F3-17A2-79B7-DE68-BD03A6AB2130}"/>
              </a:ext>
            </a:extLst>
          </p:cNvPr>
          <p:cNvSpPr>
            <a:spLocks noGrp="1"/>
          </p:cNvSpPr>
          <p:nvPr>
            <p:ph type="dt" sz="half" idx="10"/>
          </p:nvPr>
        </p:nvSpPr>
        <p:spPr/>
        <p:txBody>
          <a:bodyPr/>
          <a:lstStyle/>
          <a:p>
            <a:fld id="{66AC3293-8F88-4EA7-96B1-DFA703030EC8}" type="datetime1">
              <a:rPr lang="en-IN" smtClean="0"/>
              <a:t>13-02-2024</a:t>
            </a:fld>
            <a:endParaRPr lang="en-IN"/>
          </a:p>
        </p:txBody>
      </p:sp>
      <p:sp>
        <p:nvSpPr>
          <p:cNvPr id="5" name="Footer Placeholder 4">
            <a:extLst>
              <a:ext uri="{FF2B5EF4-FFF2-40B4-BE49-F238E27FC236}">
                <a16:creationId xmlns="" xmlns:a16="http://schemas.microsoft.com/office/drawing/2014/main" id="{A417ADED-84F6-FA22-1DEE-81ED2EBD51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C7F8EDD-532C-55F7-B616-2D89224FB4F8}"/>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1642072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44E1FD-9A84-C62A-64DA-2661D9A4C1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9E7A386-0482-8BBB-0912-7F20DBA221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8A1CA6B-17FD-9E43-7A11-6FB6D0E7B67A}"/>
              </a:ext>
            </a:extLst>
          </p:cNvPr>
          <p:cNvSpPr>
            <a:spLocks noGrp="1"/>
          </p:cNvSpPr>
          <p:nvPr>
            <p:ph type="dt" sz="half" idx="10"/>
          </p:nvPr>
        </p:nvSpPr>
        <p:spPr/>
        <p:txBody>
          <a:bodyPr/>
          <a:lstStyle/>
          <a:p>
            <a:fld id="{4D0C611A-CA71-4F9F-A31D-F9DAC0E32F2E}" type="datetime1">
              <a:rPr lang="en-IN" smtClean="0"/>
              <a:t>13-02-2024</a:t>
            </a:fld>
            <a:endParaRPr lang="en-IN"/>
          </a:p>
        </p:txBody>
      </p:sp>
      <p:sp>
        <p:nvSpPr>
          <p:cNvPr id="5" name="Footer Placeholder 4">
            <a:extLst>
              <a:ext uri="{FF2B5EF4-FFF2-40B4-BE49-F238E27FC236}">
                <a16:creationId xmlns="" xmlns:a16="http://schemas.microsoft.com/office/drawing/2014/main" id="{2094D731-3A9D-9A2D-963E-36797F0852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02F3856-4216-B61B-1420-7EFA7F2400A5}"/>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108485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C3DDF1-BC04-821C-8D01-E3A16C2887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7DB8B7CF-AA26-AA48-BEB9-E08CBA89AA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78874D87-31C8-D75E-4798-A862C89E8D62}"/>
              </a:ext>
            </a:extLst>
          </p:cNvPr>
          <p:cNvSpPr>
            <a:spLocks noGrp="1"/>
          </p:cNvSpPr>
          <p:nvPr>
            <p:ph type="dt" sz="half" idx="10"/>
          </p:nvPr>
        </p:nvSpPr>
        <p:spPr/>
        <p:txBody>
          <a:bodyPr/>
          <a:lstStyle/>
          <a:p>
            <a:fld id="{95AA294D-2DD4-42BC-829A-D50961BFAA76}" type="datetime1">
              <a:rPr lang="en-IN" smtClean="0"/>
              <a:t>13-02-2024</a:t>
            </a:fld>
            <a:endParaRPr lang="en-IN"/>
          </a:p>
        </p:txBody>
      </p:sp>
      <p:sp>
        <p:nvSpPr>
          <p:cNvPr id="5" name="Footer Placeholder 4">
            <a:extLst>
              <a:ext uri="{FF2B5EF4-FFF2-40B4-BE49-F238E27FC236}">
                <a16:creationId xmlns="" xmlns:a16="http://schemas.microsoft.com/office/drawing/2014/main" id="{2F9231E7-F685-F487-1735-EFE181183F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A823A87-9F45-7DC0-F08F-91F9666B058B}"/>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2507272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7D1D51-FB91-8861-9E00-6E3D3ED10E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9284C096-EA23-3C66-FE94-830AB4B000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A7EA8A52-3A7B-DB18-AF2D-CDB5DA6DD5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B7244479-09AD-E292-0AAB-9CDA2DD78430}"/>
              </a:ext>
            </a:extLst>
          </p:cNvPr>
          <p:cNvSpPr>
            <a:spLocks noGrp="1"/>
          </p:cNvSpPr>
          <p:nvPr>
            <p:ph type="dt" sz="half" idx="10"/>
          </p:nvPr>
        </p:nvSpPr>
        <p:spPr/>
        <p:txBody>
          <a:bodyPr/>
          <a:lstStyle/>
          <a:p>
            <a:fld id="{050F482C-0A96-48AC-A810-CAAEEB2D2A50}" type="datetime1">
              <a:rPr lang="en-IN" smtClean="0"/>
              <a:t>13-02-2024</a:t>
            </a:fld>
            <a:endParaRPr lang="en-IN"/>
          </a:p>
        </p:txBody>
      </p:sp>
      <p:sp>
        <p:nvSpPr>
          <p:cNvPr id="6" name="Footer Placeholder 5">
            <a:extLst>
              <a:ext uri="{FF2B5EF4-FFF2-40B4-BE49-F238E27FC236}">
                <a16:creationId xmlns="" xmlns:a16="http://schemas.microsoft.com/office/drawing/2014/main" id="{34F938FA-809A-F26D-C36D-B3EE0F825C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F92DEAD6-10ED-9835-2C21-53F174FCFE66}"/>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65822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141853-6D18-79EE-6D8F-F0208B713D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CB2880C-07DC-A9E6-9B2B-ED41489299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1AC3A969-98B1-6DB3-FF9B-3D3C8F55FD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A5950D96-51CE-349B-775A-843A12E836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B7E5D2E7-982F-508F-3B8E-3FB7168ED8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EEB8AB6B-7B14-D408-6289-42A6D93D49CB}"/>
              </a:ext>
            </a:extLst>
          </p:cNvPr>
          <p:cNvSpPr>
            <a:spLocks noGrp="1"/>
          </p:cNvSpPr>
          <p:nvPr>
            <p:ph type="dt" sz="half" idx="10"/>
          </p:nvPr>
        </p:nvSpPr>
        <p:spPr/>
        <p:txBody>
          <a:bodyPr/>
          <a:lstStyle/>
          <a:p>
            <a:fld id="{B0DB41C2-EEE7-40AD-B73E-A8E867A39991}" type="datetime1">
              <a:rPr lang="en-IN" smtClean="0"/>
              <a:t>13-02-2024</a:t>
            </a:fld>
            <a:endParaRPr lang="en-IN"/>
          </a:p>
        </p:txBody>
      </p:sp>
      <p:sp>
        <p:nvSpPr>
          <p:cNvPr id="8" name="Footer Placeholder 7">
            <a:extLst>
              <a:ext uri="{FF2B5EF4-FFF2-40B4-BE49-F238E27FC236}">
                <a16:creationId xmlns="" xmlns:a16="http://schemas.microsoft.com/office/drawing/2014/main" id="{FE08970E-42B7-C0AF-7150-1D73237AAEB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7F383D0D-2465-FEB6-472A-8C5620A408E5}"/>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2208272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C1ABCFD-B2E8-2411-77EB-27C0D359EB7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032B9F97-CC8F-FAA7-5AFF-004E30CAA26D}"/>
              </a:ext>
            </a:extLst>
          </p:cNvPr>
          <p:cNvSpPr>
            <a:spLocks noGrp="1"/>
          </p:cNvSpPr>
          <p:nvPr>
            <p:ph type="dt" sz="half" idx="10"/>
          </p:nvPr>
        </p:nvSpPr>
        <p:spPr/>
        <p:txBody>
          <a:bodyPr/>
          <a:lstStyle/>
          <a:p>
            <a:fld id="{FA04BEE7-03D1-4840-B35C-EA0EC7F8032C}" type="datetime1">
              <a:rPr lang="en-IN" smtClean="0"/>
              <a:t>13-02-2024</a:t>
            </a:fld>
            <a:endParaRPr lang="en-IN"/>
          </a:p>
        </p:txBody>
      </p:sp>
      <p:sp>
        <p:nvSpPr>
          <p:cNvPr id="4" name="Footer Placeholder 3">
            <a:extLst>
              <a:ext uri="{FF2B5EF4-FFF2-40B4-BE49-F238E27FC236}">
                <a16:creationId xmlns="" xmlns:a16="http://schemas.microsoft.com/office/drawing/2014/main" id="{25445E99-7D6A-7604-F4EB-04FCDED4DD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DEBC7491-C79C-ED95-FC74-D457352CA30F}"/>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4153291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B7FDB81B-EA61-FA4F-4B6F-EB334223EE62}"/>
              </a:ext>
            </a:extLst>
          </p:cNvPr>
          <p:cNvSpPr>
            <a:spLocks noGrp="1"/>
          </p:cNvSpPr>
          <p:nvPr>
            <p:ph type="dt" sz="half" idx="10"/>
          </p:nvPr>
        </p:nvSpPr>
        <p:spPr/>
        <p:txBody>
          <a:bodyPr/>
          <a:lstStyle/>
          <a:p>
            <a:fld id="{4673FCB3-32EF-4F19-916F-C058F8E4AD6A}" type="datetime1">
              <a:rPr lang="en-IN" smtClean="0"/>
              <a:t>13-02-2024</a:t>
            </a:fld>
            <a:endParaRPr lang="en-IN"/>
          </a:p>
        </p:txBody>
      </p:sp>
      <p:sp>
        <p:nvSpPr>
          <p:cNvPr id="3" name="Footer Placeholder 2">
            <a:extLst>
              <a:ext uri="{FF2B5EF4-FFF2-40B4-BE49-F238E27FC236}">
                <a16:creationId xmlns="" xmlns:a16="http://schemas.microsoft.com/office/drawing/2014/main" id="{C23ED78B-2F2A-97E5-754B-981FBCBA023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7BE3086D-27A9-0546-9D80-140397A8786D}"/>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1543947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DDAE8C-9302-4FE2-E823-7A74D14171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D7ED1419-7C4F-1B8A-30CF-0B02459022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C8379EA2-74E5-75FD-E612-CAB17D7762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DEBD73B-FF03-046F-6D00-B179A10D540E}"/>
              </a:ext>
            </a:extLst>
          </p:cNvPr>
          <p:cNvSpPr>
            <a:spLocks noGrp="1"/>
          </p:cNvSpPr>
          <p:nvPr>
            <p:ph type="dt" sz="half" idx="10"/>
          </p:nvPr>
        </p:nvSpPr>
        <p:spPr/>
        <p:txBody>
          <a:bodyPr/>
          <a:lstStyle/>
          <a:p>
            <a:fld id="{CA9D3181-7FAC-414E-94F8-03C145D93AD5}" type="datetime1">
              <a:rPr lang="en-IN" smtClean="0"/>
              <a:t>13-02-2024</a:t>
            </a:fld>
            <a:endParaRPr lang="en-IN"/>
          </a:p>
        </p:txBody>
      </p:sp>
      <p:sp>
        <p:nvSpPr>
          <p:cNvPr id="6" name="Footer Placeholder 5">
            <a:extLst>
              <a:ext uri="{FF2B5EF4-FFF2-40B4-BE49-F238E27FC236}">
                <a16:creationId xmlns="" xmlns:a16="http://schemas.microsoft.com/office/drawing/2014/main" id="{FD08F863-DF5D-39C0-8896-AD48E9EF3C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D95DA0D7-4B26-D141-A847-8484B0567361}"/>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1466659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04B466-DD95-FCBA-16F9-EC4B6F298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5122FD44-EE3F-3197-CED2-5C8B9BFB30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6DC0B4DC-7041-D7E4-56A5-03B4F08EFC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A8240F45-B49E-DCEC-0747-1F3CE6FAF112}"/>
              </a:ext>
            </a:extLst>
          </p:cNvPr>
          <p:cNvSpPr>
            <a:spLocks noGrp="1"/>
          </p:cNvSpPr>
          <p:nvPr>
            <p:ph type="dt" sz="half" idx="10"/>
          </p:nvPr>
        </p:nvSpPr>
        <p:spPr/>
        <p:txBody>
          <a:bodyPr/>
          <a:lstStyle/>
          <a:p>
            <a:fld id="{B86BB9FF-109D-41E8-A4C4-8F685780EF48}" type="datetime1">
              <a:rPr lang="en-IN" smtClean="0"/>
              <a:t>13-02-2024</a:t>
            </a:fld>
            <a:endParaRPr lang="en-IN"/>
          </a:p>
        </p:txBody>
      </p:sp>
      <p:sp>
        <p:nvSpPr>
          <p:cNvPr id="6" name="Footer Placeholder 5">
            <a:extLst>
              <a:ext uri="{FF2B5EF4-FFF2-40B4-BE49-F238E27FC236}">
                <a16:creationId xmlns="" xmlns:a16="http://schemas.microsoft.com/office/drawing/2014/main" id="{DC075055-18AF-5616-C865-5FDBB6E867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424133A4-2C13-7CE4-7A29-91208EBF6308}"/>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2682683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B75FCA-C04B-62E9-1AB6-EB0B528398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E5B4B4C2-568C-9354-4928-204C9AD967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BF283C0-69B9-0416-B80A-E099B45B237B}"/>
              </a:ext>
            </a:extLst>
          </p:cNvPr>
          <p:cNvSpPr>
            <a:spLocks noGrp="1"/>
          </p:cNvSpPr>
          <p:nvPr>
            <p:ph type="dt" sz="half" idx="10"/>
          </p:nvPr>
        </p:nvSpPr>
        <p:spPr/>
        <p:txBody>
          <a:bodyPr/>
          <a:lstStyle/>
          <a:p>
            <a:fld id="{3560BB75-DD4F-49FE-8A67-1419DC72105E}" type="datetime1">
              <a:rPr lang="en-IN" smtClean="0"/>
              <a:t>13-02-2024</a:t>
            </a:fld>
            <a:endParaRPr lang="en-IN"/>
          </a:p>
        </p:txBody>
      </p:sp>
      <p:sp>
        <p:nvSpPr>
          <p:cNvPr id="5" name="Footer Placeholder 4">
            <a:extLst>
              <a:ext uri="{FF2B5EF4-FFF2-40B4-BE49-F238E27FC236}">
                <a16:creationId xmlns="" xmlns:a16="http://schemas.microsoft.com/office/drawing/2014/main" id="{05464664-2E41-967F-F189-12945D5D72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D59D16D-7520-3EAC-E8AF-374AE83BC317}"/>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3146893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E4F52C45-7AE9-473D-2B24-A34D943EC0E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A1963B8C-312D-4CA0-8756-A44530D58C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90637F5-7FFD-D564-868C-7C20D8D3A817}"/>
              </a:ext>
            </a:extLst>
          </p:cNvPr>
          <p:cNvSpPr>
            <a:spLocks noGrp="1"/>
          </p:cNvSpPr>
          <p:nvPr>
            <p:ph type="dt" sz="half" idx="10"/>
          </p:nvPr>
        </p:nvSpPr>
        <p:spPr/>
        <p:txBody>
          <a:bodyPr/>
          <a:lstStyle/>
          <a:p>
            <a:fld id="{325382A4-5134-4573-8E16-4D9C0C2B25BD}" type="datetime1">
              <a:rPr lang="en-IN" smtClean="0"/>
              <a:t>13-02-2024</a:t>
            </a:fld>
            <a:endParaRPr lang="en-IN"/>
          </a:p>
        </p:txBody>
      </p:sp>
      <p:sp>
        <p:nvSpPr>
          <p:cNvPr id="5" name="Footer Placeholder 4">
            <a:extLst>
              <a:ext uri="{FF2B5EF4-FFF2-40B4-BE49-F238E27FC236}">
                <a16:creationId xmlns="" xmlns:a16="http://schemas.microsoft.com/office/drawing/2014/main" id="{E42332B0-B3B7-74A0-CE73-D73A41035B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0C15FA5-7894-9764-471D-95EF9112017B}"/>
              </a:ext>
            </a:extLst>
          </p:cNvPr>
          <p:cNvSpPr>
            <a:spLocks noGrp="1"/>
          </p:cNvSpPr>
          <p:nvPr>
            <p:ph type="sldNum" sz="quarter" idx="12"/>
          </p:nvPr>
        </p:nvSpPr>
        <p:spPr/>
        <p:txBody>
          <a:bodyPr/>
          <a:lstStyle/>
          <a:p>
            <a:fld id="{EEEF6C2D-DF4F-454F-9150-076D896C43B6}" type="slidenum">
              <a:rPr lang="en-IN" smtClean="0"/>
              <a:t>‹#›</a:t>
            </a:fld>
            <a:endParaRPr lang="en-IN"/>
          </a:p>
        </p:txBody>
      </p:sp>
    </p:spTree>
    <p:extLst>
      <p:ext uri="{BB962C8B-B14F-4D97-AF65-F5344CB8AC3E}">
        <p14:creationId xmlns:p14="http://schemas.microsoft.com/office/powerpoint/2010/main" val="1186907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64A2D9A2-D333-9B9F-4928-2655FDB746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775D3155-551D-6F91-4C1A-8EF1A909B6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79E448F-359A-830E-4003-AB2607204A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27565A-B8D5-4EDC-B3B9-F97C346BC744}" type="datetime1">
              <a:rPr lang="en-IN" smtClean="0"/>
              <a:t>13-02-2024</a:t>
            </a:fld>
            <a:endParaRPr lang="en-IN"/>
          </a:p>
        </p:txBody>
      </p:sp>
      <p:sp>
        <p:nvSpPr>
          <p:cNvPr id="5" name="Footer Placeholder 4">
            <a:extLst>
              <a:ext uri="{FF2B5EF4-FFF2-40B4-BE49-F238E27FC236}">
                <a16:creationId xmlns="" xmlns:a16="http://schemas.microsoft.com/office/drawing/2014/main" id="{B71C9116-6178-CBB0-107A-4BDB14C64A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97CD444A-F76C-DA3F-E929-23EEC95170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EF6C2D-DF4F-454F-9150-076D896C43B6}" type="slidenum">
              <a:rPr lang="en-IN" smtClean="0"/>
              <a:t>‹#›</a:t>
            </a:fld>
            <a:endParaRPr lang="en-IN"/>
          </a:p>
        </p:txBody>
      </p:sp>
    </p:spTree>
    <p:extLst>
      <p:ext uri="{BB962C8B-B14F-4D97-AF65-F5344CB8AC3E}">
        <p14:creationId xmlns:p14="http://schemas.microsoft.com/office/powerpoint/2010/main" val="2750437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youtu.be/3yZDDr0JKVc?si=2t4spllrbp5I7vzS" TargetMode="Externa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s://youtu.be/E8WIIK0mxE8?si=9R5L7llfGg0nsXh1"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https://youtu.be/Fsw2UYp5NSE?si=SBu6tvEzypYZX3ql" TargetMode="Externa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hyperlink" Target="https://en.wikipedia.org/wiki/HashiCorp" TargetMode="External"/><Relationship Id="rId3" Type="http://schemas.openxmlformats.org/officeDocument/2006/relationships/image" Target="../media/image7.png"/><Relationship Id="rId7" Type="http://schemas.openxmlformats.org/officeDocument/2006/relationships/hyperlink" Target="https://en.wikipedia.org/wiki/OpenShift"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hyperlink" Target="https://en.wikipedia.org/wiki/Red_Hat_cluster_suite" TargetMode="External"/><Relationship Id="rId5" Type="http://schemas.openxmlformats.org/officeDocument/2006/relationships/hyperlink" Target="https://en.wikipedia.org/wiki/Docker_(software)#Tools" TargetMode="External"/><Relationship Id="rId4" Type="http://schemas.openxmlformats.org/officeDocument/2006/relationships/hyperlink" Target="https://en.wikipedia.org/wiki/Proxmox_Virtual_Environment" TargetMode="External"/><Relationship Id="rId9" Type="http://schemas.openxmlformats.org/officeDocument/2006/relationships/hyperlink" Target="https://en.wikipedia.org/wiki/Rancher_Labs"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youtu.be/HJiXLDItJSY?si=9CYBf65b_YWwmFfH" TargetMode="External"/><Relationship Id="rId2" Type="http://schemas.openxmlformats.org/officeDocument/2006/relationships/hyperlink" Target="https://youtu.be/r8ylJ16B0KQ?si=brnL3O5QGKCtkD74" TargetMode="Externa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hyperlink" Target="https://youtu.be/k6XqOiw4QSo?si=_TklWVpIbEXw3DVD"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youtu.be/8fks7p3JwIQ?si=_evPlgRJT07H2cWd"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youtu.be/M988_fsOSWo?si=hABo2BuumF4RbZ3w" TargetMode="External"/><Relationship Id="rId2" Type="http://schemas.openxmlformats.org/officeDocument/2006/relationships/hyperlink" Target="https://youtu.be/_a6us8kaq0g?si=JoFrH3y9LcG4KBEh" TargetMode="Externa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youtu.be/C80hIkAK4FI?si=qc7ARdsPjVvifASL"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youtu.be/bVcYau9TmnA?si=d_E_Y0WH3ADevKcx"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KiT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 y="0"/>
            <a:ext cx="1221733" cy="102072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50" name="Picture 2" descr="ISO_9001_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6138" y="4514"/>
            <a:ext cx="945374" cy="94537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4"/>
          <p:cNvSpPr>
            <a:spLocks noChangeArrowheads="1"/>
          </p:cNvSpPr>
          <p:nvPr/>
        </p:nvSpPr>
        <p:spPr bwMode="auto">
          <a:xfrm>
            <a:off x="3511182" y="5059"/>
            <a:ext cx="496571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KGiSL</a:t>
            </a:r>
            <a:r>
              <a:rPr kumimoji="0" lang="en-US" sz="2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Institute of Technology</a:t>
            </a:r>
            <a:endParaRPr kumimoji="0" 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(Approved by AICTE, New Delhi; Affiliated to Anna University, Chennai)</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Recognized by UGC, Accredited by NBA (IT)</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365,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KGiSL</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Campus,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Thudiyalur</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Road,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Saravanampatti</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Coimbatore – 641035.</a:t>
            </a:r>
            <a:endParaRPr kumimoji="0" lang="en-US" sz="2800" b="0" i="0" u="none" strike="noStrike" cap="none" normalizeH="0" baseline="0" dirty="0">
              <a:ln>
                <a:noFill/>
              </a:ln>
              <a:solidFill>
                <a:schemeClr val="tx1"/>
              </a:solidFill>
              <a:effectLst/>
              <a:latin typeface="Arial" panose="020B0604020202020204" pitchFamily="34" charset="0"/>
            </a:endParaRPr>
          </a:p>
        </p:txBody>
      </p:sp>
      <p:cxnSp>
        <p:nvCxnSpPr>
          <p:cNvPr id="10" name="Straight Connector 9"/>
          <p:cNvCxnSpPr/>
          <p:nvPr/>
        </p:nvCxnSpPr>
        <p:spPr>
          <a:xfrm>
            <a:off x="257577" y="1236372"/>
            <a:ext cx="1147124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Subtitle 2"/>
          <p:cNvSpPr>
            <a:spLocks noGrp="1"/>
          </p:cNvSpPr>
          <p:nvPr>
            <p:ph type="subTitle" idx="1"/>
          </p:nvPr>
        </p:nvSpPr>
        <p:spPr>
          <a:xfrm>
            <a:off x="425003" y="2015545"/>
            <a:ext cx="11303822" cy="3684587"/>
          </a:xfrm>
        </p:spPr>
        <p:txBody>
          <a:bodyPr rtlCol="0">
            <a:normAutofit/>
          </a:bodyPr>
          <a:lstStyle/>
          <a:p>
            <a:pPr eaLnBrk="1" fontAlgn="auto" hangingPunct="1">
              <a:lnSpc>
                <a:spcPct val="150000"/>
              </a:lnSpc>
              <a:spcAft>
                <a:spcPts val="0"/>
              </a:spcAft>
              <a:defRPr/>
            </a:pPr>
            <a:r>
              <a:rPr lang="en-IN" b="1" dirty="0">
                <a:solidFill>
                  <a:srgbClr val="002060"/>
                </a:solidFill>
                <a:latin typeface="Times New Roman" pitchFamily="18" charset="0"/>
                <a:cs typeface="Times New Roman" pitchFamily="18" charset="0"/>
              </a:rPr>
              <a:t>Department of </a:t>
            </a:r>
            <a:r>
              <a:rPr lang="en-IN" b="1" dirty="0" smtClean="0">
                <a:solidFill>
                  <a:srgbClr val="002060"/>
                </a:solidFill>
                <a:latin typeface="Times New Roman" pitchFamily="18" charset="0"/>
                <a:cs typeface="Times New Roman" pitchFamily="18" charset="0"/>
              </a:rPr>
              <a:t>Computer Science and Business systems</a:t>
            </a:r>
            <a:endParaRPr lang="en-IN" b="1" dirty="0">
              <a:solidFill>
                <a:srgbClr val="002060"/>
              </a:solidFill>
              <a:latin typeface="Times New Roman" pitchFamily="18" charset="0"/>
              <a:cs typeface="Times New Roman" pitchFamily="18" charset="0"/>
            </a:endParaRPr>
          </a:p>
          <a:p>
            <a:pPr algn="l" eaLnBrk="1" fontAlgn="auto" hangingPunct="1">
              <a:lnSpc>
                <a:spcPct val="150000"/>
              </a:lnSpc>
              <a:spcAft>
                <a:spcPts val="0"/>
              </a:spcAft>
              <a:defRPr/>
            </a:pPr>
            <a:r>
              <a:rPr lang="en-IN" sz="2000" dirty="0">
                <a:solidFill>
                  <a:schemeClr val="tx1"/>
                </a:solidFill>
                <a:latin typeface="Times New Roman" pitchFamily="18" charset="0"/>
                <a:cs typeface="Times New Roman" pitchFamily="18" charset="0"/>
              </a:rPr>
              <a:t>Name of the Faculty    : </a:t>
            </a:r>
            <a:r>
              <a:rPr lang="en-IN" sz="2000" dirty="0" err="1" smtClean="0">
                <a:latin typeface="Times New Roman" pitchFamily="18" charset="0"/>
                <a:cs typeface="Times New Roman" pitchFamily="18" charset="0"/>
              </a:rPr>
              <a:t>V.Sivaranjani</a:t>
            </a:r>
            <a:endParaRPr lang="en-IN" sz="2000" dirty="0">
              <a:solidFill>
                <a:schemeClr val="tx1"/>
              </a:solidFill>
              <a:latin typeface="Times New Roman" pitchFamily="18" charset="0"/>
              <a:cs typeface="Times New Roman" pitchFamily="18" charset="0"/>
            </a:endParaRPr>
          </a:p>
          <a:p>
            <a:pPr algn="l">
              <a:lnSpc>
                <a:spcPct val="150000"/>
              </a:lnSpc>
              <a:defRPr/>
            </a:pPr>
            <a:r>
              <a:rPr lang="en-IN" sz="2000" dirty="0">
                <a:solidFill>
                  <a:schemeClr val="tx1"/>
                </a:solidFill>
                <a:latin typeface="Times New Roman" pitchFamily="18" charset="0"/>
                <a:cs typeface="Times New Roman" pitchFamily="18" charset="0"/>
              </a:rPr>
              <a:t>Subject Name &amp; Code : </a:t>
            </a:r>
            <a:r>
              <a:rPr lang="en-US" sz="2000" b="1" kern="0" dirty="0">
                <a:latin typeface="Times New Roman" panose="02020603050405020304" pitchFamily="18" charset="0"/>
                <a:ea typeface="Microsoft Sans Serif" panose="020B0604020202020204" pitchFamily="34" charset="0"/>
                <a:cs typeface="Times New Roman" panose="02020603050405020304" pitchFamily="18" charset="0"/>
              </a:rPr>
              <a:t>CCS335	CLOUD</a:t>
            </a:r>
            <a:r>
              <a:rPr lang="en-US" sz="2000" b="1" kern="0" spc="-20" dirty="0">
                <a:latin typeface="Times New Roman" panose="02020603050405020304" pitchFamily="18" charset="0"/>
                <a:ea typeface="Microsoft Sans Serif" panose="020B0604020202020204" pitchFamily="34" charset="0"/>
                <a:cs typeface="Times New Roman" panose="02020603050405020304" pitchFamily="18" charset="0"/>
              </a:rPr>
              <a:t> </a:t>
            </a:r>
            <a:r>
              <a:rPr lang="en-US" sz="2000" b="1" kern="0" dirty="0">
                <a:latin typeface="Times New Roman" panose="02020603050405020304" pitchFamily="18" charset="0"/>
                <a:ea typeface="Microsoft Sans Serif" panose="020B0604020202020204" pitchFamily="34" charset="0"/>
                <a:cs typeface="Times New Roman" panose="02020603050405020304" pitchFamily="18" charset="0"/>
              </a:rPr>
              <a:t>COMPUTING</a:t>
            </a:r>
            <a:endParaRPr lang="en-IN" sz="2000" dirty="0" smtClean="0">
              <a:solidFill>
                <a:schemeClr val="tx1"/>
              </a:solidFill>
              <a:latin typeface="Times New Roman" pitchFamily="18" charset="0"/>
              <a:cs typeface="Times New Roman" pitchFamily="18" charset="0"/>
            </a:endParaRPr>
          </a:p>
          <a:p>
            <a:pPr algn="l">
              <a:lnSpc>
                <a:spcPct val="150000"/>
              </a:lnSpc>
              <a:defRPr/>
            </a:pPr>
            <a:r>
              <a:rPr lang="en-IN" sz="2000" dirty="0" smtClean="0">
                <a:solidFill>
                  <a:schemeClr val="tx1"/>
                </a:solidFill>
                <a:latin typeface="Times New Roman" pitchFamily="18" charset="0"/>
                <a:cs typeface="Times New Roman" pitchFamily="18" charset="0"/>
              </a:rPr>
              <a:t>Branch </a:t>
            </a:r>
            <a:r>
              <a:rPr lang="en-IN" sz="2000" dirty="0">
                <a:solidFill>
                  <a:schemeClr val="tx1"/>
                </a:solidFill>
                <a:latin typeface="Times New Roman" pitchFamily="18" charset="0"/>
                <a:cs typeface="Times New Roman" pitchFamily="18" charset="0"/>
              </a:rPr>
              <a:t>&amp; Department : </a:t>
            </a:r>
            <a:r>
              <a:rPr lang="en-IN" sz="2000" dirty="0" smtClean="0">
                <a:solidFill>
                  <a:schemeClr val="tx1"/>
                </a:solidFill>
                <a:latin typeface="Times New Roman" pitchFamily="18" charset="0"/>
                <a:cs typeface="Times New Roman" pitchFamily="18" charset="0"/>
              </a:rPr>
              <a:t>CSBS</a:t>
            </a:r>
            <a:endParaRPr lang="en-IN" sz="2000" dirty="0">
              <a:solidFill>
                <a:schemeClr val="tx1"/>
              </a:solidFill>
              <a:latin typeface="Times New Roman" pitchFamily="18" charset="0"/>
              <a:cs typeface="Times New Roman" pitchFamily="18" charset="0"/>
            </a:endParaRPr>
          </a:p>
          <a:p>
            <a:pPr algn="l" eaLnBrk="1" fontAlgn="auto" hangingPunct="1">
              <a:lnSpc>
                <a:spcPct val="150000"/>
              </a:lnSpc>
              <a:spcAft>
                <a:spcPts val="0"/>
              </a:spcAft>
              <a:defRPr/>
            </a:pPr>
            <a:r>
              <a:rPr lang="en-IN" sz="2000" dirty="0">
                <a:solidFill>
                  <a:schemeClr val="tx1"/>
                </a:solidFill>
                <a:latin typeface="Times New Roman" pitchFamily="18" charset="0"/>
                <a:cs typeface="Times New Roman" pitchFamily="18" charset="0"/>
              </a:rPr>
              <a:t>Year &amp; Semester         : </a:t>
            </a:r>
            <a:r>
              <a:rPr lang="en-IN" sz="2000" dirty="0" smtClean="0">
                <a:latin typeface="Times New Roman" pitchFamily="18" charset="0"/>
                <a:cs typeface="Times New Roman" pitchFamily="18" charset="0"/>
              </a:rPr>
              <a:t>III&amp;VI</a:t>
            </a:r>
            <a:endParaRPr lang="en-IN" sz="2000" dirty="0">
              <a:solidFill>
                <a:schemeClr val="tx1"/>
              </a:solidFill>
              <a:latin typeface="Times New Roman" pitchFamily="18" charset="0"/>
              <a:cs typeface="Times New Roman" pitchFamily="18" charset="0"/>
            </a:endParaRPr>
          </a:p>
          <a:p>
            <a:pPr algn="l" eaLnBrk="1" fontAlgn="auto" hangingPunct="1">
              <a:lnSpc>
                <a:spcPct val="150000"/>
              </a:lnSpc>
              <a:spcAft>
                <a:spcPts val="0"/>
              </a:spcAft>
              <a:defRPr/>
            </a:pPr>
            <a:r>
              <a:rPr lang="en-IN" sz="2000" dirty="0">
                <a:solidFill>
                  <a:schemeClr val="tx1"/>
                </a:solidFill>
                <a:latin typeface="Times New Roman" pitchFamily="18" charset="0"/>
                <a:cs typeface="Times New Roman" pitchFamily="18" charset="0"/>
              </a:rPr>
              <a:t>Academic Year            :</a:t>
            </a:r>
            <a:r>
              <a:rPr lang="en-IN" sz="2000" dirty="0" smtClean="0">
                <a:solidFill>
                  <a:schemeClr val="tx1"/>
                </a:solidFill>
                <a:latin typeface="Times New Roman" pitchFamily="18" charset="0"/>
                <a:cs typeface="Times New Roman" pitchFamily="18" charset="0"/>
              </a:rPr>
              <a:t>2023-2024</a:t>
            </a:r>
            <a:endParaRPr lang="en-IN" sz="2000" dirty="0">
              <a:solidFill>
                <a:schemeClr val="tx1"/>
              </a:solidFill>
              <a:latin typeface="Times New Roman" pitchFamily="18" charset="0"/>
              <a:cs typeface="Times New Roman" pitchFamily="18" charset="0"/>
            </a:endParaRPr>
          </a:p>
          <a:p>
            <a:pPr algn="l" eaLnBrk="1" fontAlgn="auto" hangingPunct="1">
              <a:spcAft>
                <a:spcPts val="0"/>
              </a:spcAft>
              <a:defRPr/>
            </a:pPr>
            <a:endParaRPr lang="en-IN" sz="2000" dirty="0"/>
          </a:p>
        </p:txBody>
      </p:sp>
    </p:spTree>
    <p:extLst>
      <p:ext uri="{BB962C8B-B14F-4D97-AF65-F5344CB8AC3E}">
        <p14:creationId xmlns:p14="http://schemas.microsoft.com/office/powerpoint/2010/main" val="1868246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KiT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 y="0"/>
            <a:ext cx="1221733" cy="102072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50" name="Picture 2" descr="ISO_9001_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6138" y="4514"/>
            <a:ext cx="945374" cy="94537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4"/>
          <p:cNvSpPr>
            <a:spLocks noChangeArrowheads="1"/>
          </p:cNvSpPr>
          <p:nvPr/>
        </p:nvSpPr>
        <p:spPr bwMode="auto">
          <a:xfrm>
            <a:off x="3511182" y="5059"/>
            <a:ext cx="496571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KGiSL</a:t>
            </a:r>
            <a:r>
              <a:rPr kumimoji="0" lang="en-US" sz="2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Institute of Technology</a:t>
            </a:r>
            <a:endParaRPr kumimoji="0" 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(Approved by AICTE, New Delhi; Affiliated to Anna University, Chennai)</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Recognized by UGC, Accredited by NBA (IT)</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365,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KGiSL</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Campus,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Thudiyalur</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Road,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Saravanampatti</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Coimbatore – 641035.</a:t>
            </a:r>
            <a:endParaRPr kumimoji="0" lang="en-US" sz="2800" b="0" i="0" u="none" strike="noStrike" cap="none" normalizeH="0" baseline="0" dirty="0">
              <a:ln>
                <a:noFill/>
              </a:ln>
              <a:solidFill>
                <a:schemeClr val="tx1"/>
              </a:solidFill>
              <a:effectLst/>
              <a:latin typeface="Arial" panose="020B0604020202020204" pitchFamily="34" charset="0"/>
            </a:endParaRPr>
          </a:p>
        </p:txBody>
      </p:sp>
      <p:cxnSp>
        <p:nvCxnSpPr>
          <p:cNvPr id="10" name="Straight Connector 9"/>
          <p:cNvCxnSpPr/>
          <p:nvPr/>
        </p:nvCxnSpPr>
        <p:spPr>
          <a:xfrm>
            <a:off x="257577" y="1236372"/>
            <a:ext cx="1147124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Subtitle 2"/>
          <p:cNvSpPr>
            <a:spLocks noGrp="1"/>
          </p:cNvSpPr>
          <p:nvPr>
            <p:ph type="subTitle" idx="1"/>
          </p:nvPr>
        </p:nvSpPr>
        <p:spPr>
          <a:xfrm>
            <a:off x="425003" y="2015545"/>
            <a:ext cx="11303822" cy="3684587"/>
          </a:xfrm>
        </p:spPr>
        <p:txBody>
          <a:bodyPr rtlCol="0">
            <a:normAutofit/>
          </a:bodyPr>
          <a:lstStyle/>
          <a:p>
            <a:pPr algn="l"/>
            <a:r>
              <a:rPr lang="en-US" sz="2000" b="1" dirty="0">
                <a:latin typeface="Times New Roman" pitchFamily="18" charset="0"/>
                <a:cs typeface="Times New Roman" pitchFamily="18" charset="0"/>
              </a:rPr>
              <a:t>COURSE OBJECTIVES:</a:t>
            </a:r>
            <a:endParaRPr lang="en-IN" sz="2000" dirty="0">
              <a:latin typeface="Times New Roman" pitchFamily="18" charset="0"/>
              <a:cs typeface="Times New Roman" pitchFamily="18" charset="0"/>
            </a:endParaRPr>
          </a:p>
          <a:p>
            <a:pPr marL="342900" lvl="0" indent="-342900" algn="l">
              <a:buFont typeface="Arial" pitchFamily="34" charset="0"/>
              <a:buChar char="•"/>
            </a:pPr>
            <a:r>
              <a:rPr lang="en-US" sz="2000" dirty="0">
                <a:latin typeface="Times New Roman" pitchFamily="18" charset="0"/>
                <a:cs typeface="Times New Roman" pitchFamily="18" charset="0"/>
              </a:rPr>
              <a:t>To understand the principles of cloud architecture, models and infrastructure.</a:t>
            </a:r>
            <a:endParaRPr lang="en-IN" sz="2000" dirty="0">
              <a:latin typeface="Times New Roman" pitchFamily="18" charset="0"/>
              <a:cs typeface="Times New Roman" pitchFamily="18" charset="0"/>
            </a:endParaRPr>
          </a:p>
          <a:p>
            <a:pPr marL="342900" lvl="0" indent="-342900" algn="l">
              <a:buFont typeface="Arial" pitchFamily="34" charset="0"/>
              <a:buChar char="•"/>
            </a:pPr>
            <a:r>
              <a:rPr lang="en-US" sz="2000" dirty="0">
                <a:latin typeface="Times New Roman" pitchFamily="18" charset="0"/>
                <a:cs typeface="Times New Roman" pitchFamily="18" charset="0"/>
              </a:rPr>
              <a:t>To understand the concepts of virtualization and virtual machines.</a:t>
            </a:r>
            <a:endParaRPr lang="en-IN" sz="2000" dirty="0">
              <a:latin typeface="Times New Roman" pitchFamily="18" charset="0"/>
              <a:cs typeface="Times New Roman" pitchFamily="18" charset="0"/>
            </a:endParaRPr>
          </a:p>
          <a:p>
            <a:pPr marL="342900" lvl="0" indent="-342900" algn="l">
              <a:buFont typeface="Arial" pitchFamily="34" charset="0"/>
              <a:buChar char="•"/>
            </a:pPr>
            <a:r>
              <a:rPr lang="en-US" sz="2000" dirty="0">
                <a:latin typeface="Times New Roman" pitchFamily="18" charset="0"/>
                <a:cs typeface="Times New Roman" pitchFamily="18" charset="0"/>
              </a:rPr>
              <a:t>To gain knowledge about virtualization Infrastructure.</a:t>
            </a:r>
            <a:endParaRPr lang="en-IN" sz="2000" dirty="0">
              <a:latin typeface="Times New Roman" pitchFamily="18" charset="0"/>
              <a:cs typeface="Times New Roman" pitchFamily="18" charset="0"/>
            </a:endParaRPr>
          </a:p>
          <a:p>
            <a:pPr marL="342900" lvl="0" indent="-342900" algn="l">
              <a:buFont typeface="Arial" pitchFamily="34" charset="0"/>
              <a:buChar char="•"/>
            </a:pPr>
            <a:r>
              <a:rPr lang="en-US" sz="2000" dirty="0">
                <a:latin typeface="Times New Roman" pitchFamily="18" charset="0"/>
                <a:cs typeface="Times New Roman" pitchFamily="18" charset="0"/>
              </a:rPr>
              <a:t>To explore and experiment with various Cloud deployment environments.</a:t>
            </a:r>
            <a:endParaRPr lang="en-IN" sz="2000" dirty="0">
              <a:latin typeface="Times New Roman" pitchFamily="18" charset="0"/>
              <a:cs typeface="Times New Roman" pitchFamily="18" charset="0"/>
            </a:endParaRPr>
          </a:p>
          <a:p>
            <a:pPr marL="342900" lvl="0" indent="-342900" algn="l">
              <a:buFont typeface="Arial" pitchFamily="34" charset="0"/>
              <a:buChar char="•"/>
            </a:pPr>
            <a:r>
              <a:rPr lang="en-US" sz="2000" dirty="0">
                <a:latin typeface="Times New Roman" pitchFamily="18" charset="0"/>
                <a:cs typeface="Times New Roman" pitchFamily="18" charset="0"/>
              </a:rPr>
              <a:t>To learn about the security issues in the cloud environment.</a:t>
            </a:r>
            <a:endParaRPr lang="en-IN" sz="2000" dirty="0">
              <a:latin typeface="Times New Roman" pitchFamily="18" charset="0"/>
              <a:cs typeface="Times New Roman" pitchFamily="18" charset="0"/>
            </a:endParaRPr>
          </a:p>
          <a:p>
            <a:pPr algn="l" eaLnBrk="1" fontAlgn="auto" hangingPunct="1">
              <a:spcAft>
                <a:spcPts val="0"/>
              </a:spcAft>
              <a:defRPr/>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589542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KiT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 y="0"/>
            <a:ext cx="1221733" cy="102072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50" name="Picture 2" descr="ISO_9001_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6138" y="4514"/>
            <a:ext cx="945374" cy="94537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4"/>
          <p:cNvSpPr>
            <a:spLocks noChangeArrowheads="1"/>
          </p:cNvSpPr>
          <p:nvPr/>
        </p:nvSpPr>
        <p:spPr bwMode="auto">
          <a:xfrm>
            <a:off x="3511182" y="5059"/>
            <a:ext cx="496571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KGiSL</a:t>
            </a:r>
            <a:r>
              <a:rPr kumimoji="0" lang="en-US" sz="2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Institute of Technology</a:t>
            </a:r>
            <a:endParaRPr kumimoji="0" 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(Approved by AICTE, New Delhi; Affiliated to Anna University, Chennai)</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Recognized by UGC, Accredited by NBA (IT)</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365,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KGiSL</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Campus,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Thudiyalur</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Road,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Saravanampatti</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Coimbatore – 641035.</a:t>
            </a:r>
            <a:endParaRPr kumimoji="0" lang="en-US" sz="2800" b="0" i="0" u="none" strike="noStrike" cap="none" normalizeH="0" baseline="0" dirty="0">
              <a:ln>
                <a:noFill/>
              </a:ln>
              <a:solidFill>
                <a:schemeClr val="tx1"/>
              </a:solidFill>
              <a:effectLst/>
              <a:latin typeface="Arial" panose="020B0604020202020204" pitchFamily="34" charset="0"/>
            </a:endParaRPr>
          </a:p>
        </p:txBody>
      </p:sp>
      <p:cxnSp>
        <p:nvCxnSpPr>
          <p:cNvPr id="10" name="Straight Connector 9"/>
          <p:cNvCxnSpPr/>
          <p:nvPr/>
        </p:nvCxnSpPr>
        <p:spPr>
          <a:xfrm>
            <a:off x="257577" y="1236372"/>
            <a:ext cx="1147124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Subtitle 2"/>
          <p:cNvSpPr>
            <a:spLocks noGrp="1"/>
          </p:cNvSpPr>
          <p:nvPr>
            <p:ph type="subTitle" idx="1"/>
          </p:nvPr>
        </p:nvSpPr>
        <p:spPr>
          <a:xfrm>
            <a:off x="425003" y="2015545"/>
            <a:ext cx="11303822" cy="3684587"/>
          </a:xfrm>
        </p:spPr>
        <p:txBody>
          <a:bodyPr rtlCol="0">
            <a:normAutofit/>
          </a:bodyPr>
          <a:lstStyle/>
          <a:p>
            <a:pPr algn="l"/>
            <a:r>
              <a:rPr lang="en-US" sz="2000" b="1" dirty="0">
                <a:latin typeface="Times New Roman" pitchFamily="18" charset="0"/>
                <a:cs typeface="Times New Roman" pitchFamily="18" charset="0"/>
              </a:rPr>
              <a:t>COURSE OUTCOMES:</a:t>
            </a:r>
            <a:endParaRPr lang="en-IN" sz="2000" b="1" dirty="0">
              <a:latin typeface="Times New Roman" pitchFamily="18" charset="0"/>
              <a:cs typeface="Times New Roman" pitchFamily="18" charset="0"/>
            </a:endParaRPr>
          </a:p>
          <a:p>
            <a:pPr algn="l"/>
            <a:r>
              <a:rPr lang="en-US" sz="2000" b="1" dirty="0">
                <a:latin typeface="Times New Roman" pitchFamily="18" charset="0"/>
                <a:cs typeface="Times New Roman" pitchFamily="18" charset="0"/>
              </a:rPr>
              <a:t>CO1: </a:t>
            </a:r>
            <a:r>
              <a:rPr lang="en-US" sz="2000" dirty="0">
                <a:latin typeface="Times New Roman" pitchFamily="18" charset="0"/>
                <a:cs typeface="Times New Roman" pitchFamily="18" charset="0"/>
              </a:rPr>
              <a:t>Understand the design challenges in the cloud.</a:t>
            </a:r>
            <a:endParaRPr lang="en-IN" sz="2000" dirty="0">
              <a:latin typeface="Times New Roman" pitchFamily="18" charset="0"/>
              <a:cs typeface="Times New Roman" pitchFamily="18" charset="0"/>
            </a:endParaRPr>
          </a:p>
          <a:p>
            <a:pPr algn="l"/>
            <a:r>
              <a:rPr lang="en-US" sz="2000" b="1" dirty="0">
                <a:latin typeface="Times New Roman" pitchFamily="18" charset="0"/>
                <a:cs typeface="Times New Roman" pitchFamily="18" charset="0"/>
              </a:rPr>
              <a:t>CO2: </a:t>
            </a:r>
            <a:r>
              <a:rPr lang="en-US" sz="2000" dirty="0">
                <a:latin typeface="Times New Roman" pitchFamily="18" charset="0"/>
                <a:cs typeface="Times New Roman" pitchFamily="18" charset="0"/>
              </a:rPr>
              <a:t>Apply the concept of virtualization and its types.</a:t>
            </a:r>
            <a:endParaRPr lang="en-IN" sz="2000" dirty="0">
              <a:latin typeface="Times New Roman" pitchFamily="18" charset="0"/>
              <a:cs typeface="Times New Roman" pitchFamily="18" charset="0"/>
            </a:endParaRPr>
          </a:p>
          <a:p>
            <a:pPr algn="l"/>
            <a:r>
              <a:rPr lang="en-US" sz="2000" b="1" dirty="0">
                <a:latin typeface="Times New Roman" pitchFamily="18" charset="0"/>
                <a:cs typeface="Times New Roman" pitchFamily="18" charset="0"/>
              </a:rPr>
              <a:t>CO3: </a:t>
            </a:r>
            <a:r>
              <a:rPr lang="en-US" sz="2000" dirty="0">
                <a:latin typeface="Times New Roman" pitchFamily="18" charset="0"/>
                <a:cs typeface="Times New Roman" pitchFamily="18" charset="0"/>
              </a:rPr>
              <a:t>Experiment with virtualization of hardware resources and </a:t>
            </a:r>
            <a:r>
              <a:rPr lang="en-US" sz="2000" dirty="0" err="1">
                <a:latin typeface="Times New Roman" pitchFamily="18" charset="0"/>
                <a:cs typeface="Times New Roman" pitchFamily="18" charset="0"/>
              </a:rPr>
              <a:t>Docker</a:t>
            </a:r>
            <a:r>
              <a:rPr lang="en-US" sz="2000"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a:p>
            <a:pPr algn="l"/>
            <a:r>
              <a:rPr lang="en-US" sz="2000" b="1" dirty="0">
                <a:latin typeface="Times New Roman" pitchFamily="18" charset="0"/>
                <a:cs typeface="Times New Roman" pitchFamily="18" charset="0"/>
              </a:rPr>
              <a:t>CO4: </a:t>
            </a:r>
            <a:r>
              <a:rPr lang="en-US" sz="2000" dirty="0">
                <a:latin typeface="Times New Roman" pitchFamily="18" charset="0"/>
                <a:cs typeface="Times New Roman" pitchFamily="18" charset="0"/>
              </a:rPr>
              <a:t>Develop and deploy services on the cloud and set up a cloud environment.</a:t>
            </a:r>
            <a:endParaRPr lang="en-IN" sz="2000" dirty="0">
              <a:latin typeface="Times New Roman" pitchFamily="18" charset="0"/>
              <a:cs typeface="Times New Roman" pitchFamily="18" charset="0"/>
            </a:endParaRPr>
          </a:p>
          <a:p>
            <a:pPr algn="l"/>
            <a:r>
              <a:rPr lang="en-US" sz="2000" b="1" dirty="0">
                <a:latin typeface="Times New Roman" pitchFamily="18" charset="0"/>
                <a:cs typeface="Times New Roman" pitchFamily="18" charset="0"/>
              </a:rPr>
              <a:t>CO5: </a:t>
            </a:r>
            <a:r>
              <a:rPr lang="en-US" sz="2000" dirty="0">
                <a:latin typeface="Times New Roman" pitchFamily="18" charset="0"/>
                <a:cs typeface="Times New Roman" pitchFamily="18" charset="0"/>
              </a:rPr>
              <a:t>Explain security challenges in the cloud environment.</a:t>
            </a:r>
            <a:endParaRPr lang="en-IN" sz="2000" dirty="0">
              <a:latin typeface="Times New Roman" pitchFamily="18" charset="0"/>
              <a:cs typeface="Times New Roman" pitchFamily="18" charset="0"/>
            </a:endParaRPr>
          </a:p>
          <a:p>
            <a:pPr algn="l" eaLnBrk="1" fontAlgn="auto" hangingPunct="1">
              <a:spcAft>
                <a:spcPts val="0"/>
              </a:spcAft>
              <a:defRPr/>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7488512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KiT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 y="0"/>
            <a:ext cx="1221733" cy="102072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50" name="Picture 2" descr="ISO_9001_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6138" y="4514"/>
            <a:ext cx="945374" cy="94537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4"/>
          <p:cNvSpPr>
            <a:spLocks noChangeArrowheads="1"/>
          </p:cNvSpPr>
          <p:nvPr/>
        </p:nvSpPr>
        <p:spPr bwMode="auto">
          <a:xfrm>
            <a:off x="3511182" y="5059"/>
            <a:ext cx="496571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KGiSL</a:t>
            </a:r>
            <a:r>
              <a:rPr kumimoji="0" lang="en-US" sz="2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Institute of Technology</a:t>
            </a:r>
            <a:endParaRPr kumimoji="0" 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(Approved by AICTE, New Delhi; Affiliated to Anna University, Chennai)</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Recognized by UGC, Accredited by NBA (IT)</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365,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KGiSL</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Campus,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Thudiyalur</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Road,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Saravanampatti</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Coimbatore – 641035.</a:t>
            </a:r>
            <a:endParaRPr kumimoji="0" lang="en-US" sz="2800" b="0" i="0" u="none" strike="noStrike" cap="none" normalizeH="0" baseline="0" dirty="0">
              <a:ln>
                <a:noFill/>
              </a:ln>
              <a:solidFill>
                <a:schemeClr val="tx1"/>
              </a:solidFill>
              <a:effectLst/>
              <a:latin typeface="Arial" panose="020B0604020202020204" pitchFamily="34" charset="0"/>
            </a:endParaRPr>
          </a:p>
        </p:txBody>
      </p:sp>
      <p:cxnSp>
        <p:nvCxnSpPr>
          <p:cNvPr id="10" name="Straight Connector 9"/>
          <p:cNvCxnSpPr/>
          <p:nvPr/>
        </p:nvCxnSpPr>
        <p:spPr>
          <a:xfrm>
            <a:off x="257577" y="1236372"/>
            <a:ext cx="1147124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Subtitle 2"/>
          <p:cNvSpPr>
            <a:spLocks noGrp="1"/>
          </p:cNvSpPr>
          <p:nvPr>
            <p:ph type="subTitle" idx="1"/>
          </p:nvPr>
        </p:nvSpPr>
        <p:spPr>
          <a:xfrm>
            <a:off x="425003" y="2015545"/>
            <a:ext cx="11303822" cy="3684587"/>
          </a:xfrm>
        </p:spPr>
        <p:txBody>
          <a:bodyPr rtlCol="0">
            <a:normAutofit/>
          </a:bodyPr>
          <a:lstStyle/>
          <a:p>
            <a:pPr algn="l"/>
            <a:r>
              <a:rPr lang="en-US" b="1" dirty="0">
                <a:latin typeface="Times New Roman" pitchFamily="18" charset="0"/>
                <a:cs typeface="Times New Roman" pitchFamily="18" charset="0"/>
              </a:rPr>
              <a:t>UNIT </a:t>
            </a:r>
            <a:r>
              <a:rPr lang="en-US" b="1" dirty="0" smtClean="0">
                <a:latin typeface="Times New Roman" pitchFamily="18" charset="0"/>
                <a:cs typeface="Times New Roman" pitchFamily="18" charset="0"/>
              </a:rPr>
              <a:t>I   CLOUD </a:t>
            </a:r>
            <a:r>
              <a:rPr lang="en-US" b="1" dirty="0">
                <a:latin typeface="Times New Roman" pitchFamily="18" charset="0"/>
                <a:cs typeface="Times New Roman" pitchFamily="18" charset="0"/>
              </a:rPr>
              <a:t>ARCHITECTURE MODELS AND INFRASTRUCTURE	</a:t>
            </a:r>
            <a:endParaRPr lang="en-IN" b="1" dirty="0">
              <a:latin typeface="Times New Roman" pitchFamily="18" charset="0"/>
              <a:cs typeface="Times New Roman" pitchFamily="18" charset="0"/>
            </a:endParaRPr>
          </a:p>
          <a:p>
            <a:pPr algn="l"/>
            <a:r>
              <a:rPr lang="en-US" dirty="0">
                <a:latin typeface="Times New Roman" pitchFamily="18" charset="0"/>
                <a:cs typeface="Times New Roman" pitchFamily="18" charset="0"/>
              </a:rPr>
              <a:t>Cloud Architecture: System Models for Distributed and Cloud Computing – NIST Cloud Computing Reference Architecture – Cloud deployment models – Cloud service models; Cloud Infrastructure: Architectural Design of Compute and Storage Clouds – Design Challenges</a:t>
            </a:r>
            <a:endParaRPr lang="en-IN" dirty="0">
              <a:latin typeface="Times New Roman" pitchFamily="18" charset="0"/>
              <a:cs typeface="Times New Roman" pitchFamily="18" charset="0"/>
            </a:endParaRPr>
          </a:p>
          <a:p>
            <a:pPr algn="l" eaLnBrk="1" fontAlgn="auto" hangingPunct="1">
              <a:spcAft>
                <a:spcPts val="0"/>
              </a:spcAft>
              <a:defRPr/>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3241439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KiT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21733" cy="102072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50" name="Picture 2" descr="ISO_9001_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6138" y="4514"/>
            <a:ext cx="945374" cy="94537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4"/>
          <p:cNvSpPr>
            <a:spLocks noChangeArrowheads="1"/>
          </p:cNvSpPr>
          <p:nvPr/>
        </p:nvSpPr>
        <p:spPr bwMode="auto">
          <a:xfrm>
            <a:off x="3511182" y="5059"/>
            <a:ext cx="496571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KGiSL</a:t>
            </a:r>
            <a:r>
              <a:rPr kumimoji="0" lang="en-US" sz="2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Institute of Technology</a:t>
            </a:r>
            <a:endParaRPr kumimoji="0" 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(Approved by AICTE, New Delhi; Affiliated to Anna University, Chennai)</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Recognized by UGC, Accredited by NBA (IT)</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365,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KGiSL</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Campus,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Thudiyalur</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Road,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Saravanampatti</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Coimbatore – 641035.</a:t>
            </a:r>
            <a:endParaRPr kumimoji="0" lang="en-US" sz="2800" b="0" i="0" u="none" strike="noStrike" cap="none" normalizeH="0" baseline="0" dirty="0">
              <a:ln>
                <a:noFill/>
              </a:ln>
              <a:solidFill>
                <a:schemeClr val="tx1"/>
              </a:solidFill>
              <a:effectLst/>
              <a:latin typeface="Arial" panose="020B0604020202020204" pitchFamily="34" charset="0"/>
            </a:endParaRPr>
          </a:p>
        </p:txBody>
      </p:sp>
      <p:cxnSp>
        <p:nvCxnSpPr>
          <p:cNvPr id="10" name="Straight Connector 9"/>
          <p:cNvCxnSpPr/>
          <p:nvPr/>
        </p:nvCxnSpPr>
        <p:spPr>
          <a:xfrm>
            <a:off x="257577" y="1236372"/>
            <a:ext cx="1147124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Subtitle 2"/>
          <p:cNvSpPr>
            <a:spLocks noGrp="1"/>
          </p:cNvSpPr>
          <p:nvPr>
            <p:ph type="subTitle" idx="1"/>
          </p:nvPr>
        </p:nvSpPr>
        <p:spPr>
          <a:xfrm>
            <a:off x="425003" y="1323975"/>
            <a:ext cx="11303822" cy="5534024"/>
          </a:xfrm>
        </p:spPr>
        <p:txBody>
          <a:bodyPr rtlCol="0">
            <a:normAutofit/>
          </a:bodyPr>
          <a:lstStyle/>
          <a:p>
            <a:pPr algn="l" fontAlgn="base"/>
            <a:r>
              <a:rPr lang="en-US" sz="2000" b="1" kern="0" dirty="0">
                <a:latin typeface="Microsoft Sans Serif" panose="020B0604020202020204" pitchFamily="34" charset="0"/>
                <a:ea typeface="Microsoft Sans Serif" panose="020B0604020202020204" pitchFamily="34" charset="0"/>
              </a:rPr>
              <a:t>System Models for Distributed and Cloud Computing </a:t>
            </a:r>
          </a:p>
          <a:p>
            <a:pPr algn="l"/>
            <a:r>
              <a:rPr lang="en-US" sz="2000" dirty="0">
                <a:solidFill>
                  <a:srgbClr val="242424"/>
                </a:solidFill>
                <a:latin typeface="Times New Roman" panose="02020603050405020304" pitchFamily="18" charset="0"/>
                <a:cs typeface="Times New Roman" panose="02020603050405020304" pitchFamily="18" charset="0"/>
              </a:rPr>
              <a:t>Distributed and cloud computing systems are built over a large number of autonomous computer nodes. These node machines are interconnected by SANs, LANs, or WANs </a:t>
            </a:r>
          </a:p>
          <a:p>
            <a:pPr algn="l"/>
            <a:r>
              <a:rPr lang="en-IN" sz="2000" b="1" dirty="0">
                <a:solidFill>
                  <a:srgbClr val="000000"/>
                </a:solidFill>
                <a:latin typeface="Times New Roman" panose="02020603050405020304" pitchFamily="18" charset="0"/>
                <a:cs typeface="Times New Roman" panose="02020603050405020304" pitchFamily="18" charset="0"/>
              </a:rPr>
              <a:t>LAN</a:t>
            </a:r>
            <a:endParaRPr lang="en-US" sz="2000" dirty="0">
              <a:solidFill>
                <a:srgbClr val="242424"/>
              </a:solidFill>
              <a:latin typeface="Times New Roman" panose="02020603050405020304" pitchFamily="18" charset="0"/>
              <a:cs typeface="Times New Roman" panose="02020603050405020304" pitchFamily="18" charset="0"/>
            </a:endParaRPr>
          </a:p>
          <a:p>
            <a:pPr algn="l"/>
            <a:r>
              <a:rPr lang="en-US" sz="2000" dirty="0">
                <a:solidFill>
                  <a:srgbClr val="000000"/>
                </a:solidFill>
                <a:latin typeface="Times New Roman" panose="02020603050405020304" pitchFamily="18" charset="0"/>
                <a:cs typeface="Times New Roman" panose="02020603050405020304" pitchFamily="18" charset="0"/>
              </a:rPr>
              <a:t>It is the type of networking system in which systems are very near to each other. This system is generally in a single office, building or home.</a:t>
            </a:r>
            <a:endParaRPr lang="en-US" sz="2000" dirty="0">
              <a:solidFill>
                <a:srgbClr val="242424"/>
              </a:solidFill>
              <a:latin typeface="Times New Roman" panose="02020603050405020304" pitchFamily="18" charset="0"/>
              <a:cs typeface="Times New Roman" panose="02020603050405020304" pitchFamily="18" charset="0"/>
            </a:endParaRPr>
          </a:p>
          <a:p>
            <a:pPr algn="l"/>
            <a:r>
              <a:rPr lang="en-US" sz="2000" b="1" dirty="0">
                <a:solidFill>
                  <a:srgbClr val="000000"/>
                </a:solidFill>
                <a:latin typeface="Times New Roman" panose="02020603050405020304" pitchFamily="18" charset="0"/>
                <a:cs typeface="Times New Roman" panose="02020603050405020304" pitchFamily="18" charset="0"/>
              </a:rPr>
              <a:t>Computer networks of schools, homes, offices, hospitals, etc. are the common examples of LANs.</a:t>
            </a:r>
          </a:p>
          <a:p>
            <a:pPr algn="l"/>
            <a:r>
              <a:rPr lang="en-IN" sz="2000" b="1" dirty="0" smtClean="0">
                <a:solidFill>
                  <a:srgbClr val="000000"/>
                </a:solidFill>
                <a:latin typeface="Times New Roman" panose="02020603050405020304" pitchFamily="18" charset="0"/>
                <a:cs typeface="Times New Roman" panose="02020603050405020304" pitchFamily="18" charset="0"/>
              </a:rPr>
              <a:t>WAN</a:t>
            </a:r>
            <a:r>
              <a:rPr lang="en-US" sz="2000" dirty="0">
                <a:solidFill>
                  <a:srgbClr val="000000"/>
                </a:solidFill>
                <a:latin typeface="Times New Roman" panose="02020603050405020304" pitchFamily="18" charset="0"/>
                <a:cs typeface="Times New Roman" panose="02020603050405020304" pitchFamily="18" charset="0"/>
              </a:rPr>
              <a:t>:</a:t>
            </a:r>
            <a:r>
              <a:rPr lang="en-US" sz="2000" dirty="0" smtClean="0">
                <a:solidFill>
                  <a:srgbClr val="000000"/>
                </a:solidFill>
                <a:latin typeface="Times New Roman" panose="02020603050405020304" pitchFamily="18" charset="0"/>
                <a:cs typeface="Times New Roman" panose="02020603050405020304" pitchFamily="18" charset="0"/>
              </a:rPr>
              <a:t>This </a:t>
            </a:r>
            <a:r>
              <a:rPr lang="en-US" sz="2000" dirty="0">
                <a:solidFill>
                  <a:srgbClr val="000000"/>
                </a:solidFill>
                <a:latin typeface="Times New Roman" panose="02020603050405020304" pitchFamily="18" charset="0"/>
                <a:cs typeface="Times New Roman" panose="02020603050405020304" pitchFamily="18" charset="0"/>
              </a:rPr>
              <a:t>networking system has many connections, and these are associated with various companies or organizations at an equivalent time</a:t>
            </a:r>
            <a:r>
              <a:rPr lang="en-US" sz="2000" dirty="0" smtClean="0">
                <a:solidFill>
                  <a:srgbClr val="000000"/>
                </a:solidFill>
                <a:latin typeface="Times New Roman" panose="02020603050405020304" pitchFamily="18" charset="0"/>
                <a:cs typeface="Times New Roman" panose="02020603050405020304" pitchFamily="18" charset="0"/>
              </a:rPr>
              <a:t>.</a:t>
            </a:r>
            <a:r>
              <a:rPr lang="en-US" sz="2000" dirty="0"/>
              <a:t> </a:t>
            </a:r>
            <a:r>
              <a:rPr lang="en-US" sz="2000" dirty="0">
                <a:latin typeface="Times New Roman" pitchFamily="18" charset="0"/>
                <a:cs typeface="Times New Roman" pitchFamily="18" charset="0"/>
              </a:rPr>
              <a:t>A bank, including its branch offices and ATM machines, is another example of an organization using a WAN. The branches may be in multiple </a:t>
            </a:r>
            <a:r>
              <a:rPr lang="en-US" sz="2000" dirty="0" smtClean="0">
                <a:latin typeface="Times New Roman" pitchFamily="18" charset="0"/>
                <a:cs typeface="Times New Roman" pitchFamily="18" charset="0"/>
              </a:rPr>
              <a:t>states</a:t>
            </a:r>
            <a:r>
              <a:rPr lang="en-US" sz="2000" dirty="0">
                <a:latin typeface="Times New Roman" pitchFamily="18" charset="0"/>
                <a:cs typeface="Times New Roman" pitchFamily="18" charset="0"/>
              </a:rPr>
              <a:t>, or even global locations, but they are all linked through various secure connections</a:t>
            </a:r>
            <a:r>
              <a:rPr lang="en-US" sz="2000" dirty="0"/>
              <a:t>.</a:t>
            </a:r>
            <a:endParaRPr lang="en-US" sz="2000" dirty="0">
              <a:solidFill>
                <a:srgbClr val="000000"/>
              </a:solidFill>
              <a:latin typeface="Times New Roman" panose="02020603050405020304" pitchFamily="18" charset="0"/>
              <a:cs typeface="Times New Roman" panose="02020603050405020304" pitchFamily="18" charset="0"/>
            </a:endParaRPr>
          </a:p>
          <a:p>
            <a:pPr algn="l"/>
            <a:r>
              <a:rPr lang="en-US" sz="2000" b="1" dirty="0">
                <a:solidFill>
                  <a:srgbClr val="000000"/>
                </a:solidFill>
                <a:latin typeface="Times New Roman" panose="02020603050405020304" pitchFamily="18" charset="0"/>
                <a:cs typeface="Times New Roman" panose="02020603050405020304" pitchFamily="18" charset="0"/>
              </a:rPr>
              <a:t>Computer networks that cover an entire city, or globe like internet are the examples WANs.</a:t>
            </a:r>
          </a:p>
          <a:p>
            <a:pPr algn="l"/>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Storage Area Network (SAN) </a:t>
            </a:r>
            <a:r>
              <a:rPr lang="en-US" sz="2000" dirty="0">
                <a:latin typeface="Times New Roman" panose="02020603050405020304" pitchFamily="18" charset="0"/>
                <a:cs typeface="Times New Roman" panose="02020603050405020304" pitchFamily="18" charset="0"/>
              </a:rPr>
              <a:t>is a network of storage devices that can be accessed by multiple servers or computers, providing a shared pool of storage space. Each computer on the network can access storage on the SAN as though they were local disks connected directly to the computer</a:t>
            </a:r>
            <a:r>
              <a:rPr lang="en-US" sz="2000" dirty="0" smtClean="0">
                <a:latin typeface="Times New Roman" panose="02020603050405020304" pitchFamily="18" charset="0"/>
                <a:cs typeface="Times New Roman" panose="02020603050405020304" pitchFamily="18" charset="0"/>
              </a:rPr>
              <a:t>.</a:t>
            </a:r>
          </a:p>
          <a:p>
            <a:pPr algn="l"/>
            <a:r>
              <a:rPr lang="en-IN" sz="2000" b="1" dirty="0">
                <a:latin typeface="Times New Roman" panose="02020603050405020304" pitchFamily="18" charset="0"/>
                <a:cs typeface="Times New Roman" panose="02020603050405020304" pitchFamily="18" charset="0"/>
                <a:hlinkClick r:id="rId5"/>
              </a:rPr>
              <a:t>https://</a:t>
            </a:r>
            <a:r>
              <a:rPr lang="en-IN" sz="2000" b="1" dirty="0" smtClean="0">
                <a:latin typeface="Times New Roman" panose="02020603050405020304" pitchFamily="18" charset="0"/>
                <a:cs typeface="Times New Roman" panose="02020603050405020304" pitchFamily="18" charset="0"/>
                <a:hlinkClick r:id="rId5"/>
              </a:rPr>
              <a:t>youtu.be/3yZDDr0JKVc?si=2t4spllrbp5I7vzS</a:t>
            </a:r>
            <a:r>
              <a:rPr lang="en-IN" sz="2000" b="1" dirty="0" smtClean="0">
                <a:latin typeface="Times New Roman" panose="02020603050405020304" pitchFamily="18" charset="0"/>
                <a:cs typeface="Times New Roman" panose="02020603050405020304" pitchFamily="18" charset="0"/>
              </a:rPr>
              <a:t>  -NAS </a:t>
            </a:r>
            <a:r>
              <a:rPr lang="en-IN" sz="2000" b="1" dirty="0" err="1" smtClean="0">
                <a:latin typeface="Times New Roman" panose="02020603050405020304" pitchFamily="18" charset="0"/>
                <a:cs typeface="Times New Roman" panose="02020603050405020304" pitchFamily="18" charset="0"/>
              </a:rPr>
              <a:t>vs</a:t>
            </a:r>
            <a:r>
              <a:rPr lang="en-IN" sz="2000" b="1" dirty="0" smtClean="0">
                <a:latin typeface="Times New Roman" panose="02020603050405020304" pitchFamily="18" charset="0"/>
                <a:cs typeface="Times New Roman" panose="02020603050405020304" pitchFamily="18" charset="0"/>
              </a:rPr>
              <a:t> SAN</a:t>
            </a:r>
          </a:p>
          <a:p>
            <a:pPr algn="l"/>
            <a:endParaRPr lang="en-IN" sz="2000" b="1" dirty="0">
              <a:latin typeface="Times New Roman" panose="02020603050405020304" pitchFamily="18" charset="0"/>
              <a:cs typeface="Times New Roman" panose="02020603050405020304" pitchFamily="18" charset="0"/>
            </a:endParaRPr>
          </a:p>
          <a:p>
            <a:pPr algn="l" eaLnBrk="1" fontAlgn="auto" hangingPunct="1">
              <a:spcAft>
                <a:spcPts val="0"/>
              </a:spcAft>
              <a:defRPr/>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5197328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KiT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21733" cy="102072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50" name="Picture 2" descr="ISO_9001_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6138" y="4514"/>
            <a:ext cx="945374" cy="94537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4"/>
          <p:cNvSpPr>
            <a:spLocks noChangeArrowheads="1"/>
          </p:cNvSpPr>
          <p:nvPr/>
        </p:nvSpPr>
        <p:spPr bwMode="auto">
          <a:xfrm>
            <a:off x="3511182" y="5059"/>
            <a:ext cx="496571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KGiSL</a:t>
            </a:r>
            <a:r>
              <a:rPr kumimoji="0" lang="en-US" sz="2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Institute of Technology</a:t>
            </a:r>
            <a:endParaRPr kumimoji="0" 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(Approved by AICTE, New Delhi; Affiliated to Anna University, Chennai)</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Recognized by UGC, Accredited by NBA (IT)</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365,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KGiSL</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Campus,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Thudiyalur</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Road,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Saravanampatti</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Coimbatore – 641035.</a:t>
            </a:r>
            <a:endParaRPr kumimoji="0" lang="en-US" sz="2800" b="0" i="0" u="none" strike="noStrike" cap="none" normalizeH="0" baseline="0" dirty="0">
              <a:ln>
                <a:noFill/>
              </a:ln>
              <a:solidFill>
                <a:schemeClr val="tx1"/>
              </a:solidFill>
              <a:effectLst/>
              <a:latin typeface="Arial" panose="020B0604020202020204" pitchFamily="34" charset="0"/>
            </a:endParaRPr>
          </a:p>
        </p:txBody>
      </p:sp>
      <p:cxnSp>
        <p:nvCxnSpPr>
          <p:cNvPr id="10" name="Straight Connector 9"/>
          <p:cNvCxnSpPr/>
          <p:nvPr/>
        </p:nvCxnSpPr>
        <p:spPr>
          <a:xfrm>
            <a:off x="257577" y="1236372"/>
            <a:ext cx="1147124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Subtitle 2"/>
          <p:cNvSpPr>
            <a:spLocks noGrp="1"/>
          </p:cNvSpPr>
          <p:nvPr>
            <p:ph type="subTitle" idx="1"/>
          </p:nvPr>
        </p:nvSpPr>
        <p:spPr>
          <a:xfrm>
            <a:off x="425003" y="1323975"/>
            <a:ext cx="11303822" cy="5534024"/>
          </a:xfrm>
        </p:spPr>
        <p:txBody>
          <a:bodyPr rtlCol="0">
            <a:normAutofit/>
          </a:bodyPr>
          <a:lstStyle/>
          <a:p>
            <a:pPr algn="l" eaLnBrk="1" fontAlgn="auto" hangingPunct="1">
              <a:spcAft>
                <a:spcPts val="0"/>
              </a:spcAft>
              <a:defRPr/>
            </a:pPr>
            <a:endParaRPr lang="en-IN" sz="20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2976" y="2047874"/>
            <a:ext cx="3067050" cy="3409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05275" y="1509713"/>
            <a:ext cx="7296150" cy="472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0818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KiT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21733" cy="102072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050" name="Picture 2" descr="ISO_9001_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6138" y="4514"/>
            <a:ext cx="945374" cy="94537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4"/>
          <p:cNvSpPr>
            <a:spLocks noChangeArrowheads="1"/>
          </p:cNvSpPr>
          <p:nvPr/>
        </p:nvSpPr>
        <p:spPr bwMode="auto">
          <a:xfrm>
            <a:off x="3511182" y="5059"/>
            <a:ext cx="496571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err="1">
                <a:ln>
                  <a:noFill/>
                </a:ln>
                <a:solidFill>
                  <a:srgbClr val="002060"/>
                </a:solidFill>
                <a:effectLst/>
                <a:latin typeface="Arial" panose="020B0604020202020204" pitchFamily="34" charset="0"/>
                <a:ea typeface="Times New Roman" panose="02020603050405020304" pitchFamily="18" charset="0"/>
              </a:rPr>
              <a:t>KGiSL</a:t>
            </a:r>
            <a:r>
              <a:rPr kumimoji="0" lang="en-US" sz="2400" b="1" i="0" u="none" strike="noStrike" cap="none" normalizeH="0" baseline="0" dirty="0">
                <a:ln>
                  <a:noFill/>
                </a:ln>
                <a:solidFill>
                  <a:srgbClr val="002060"/>
                </a:solidFill>
                <a:effectLst/>
                <a:latin typeface="Arial" panose="020B0604020202020204" pitchFamily="34" charset="0"/>
                <a:ea typeface="Times New Roman" panose="02020603050405020304" pitchFamily="18" charset="0"/>
              </a:rPr>
              <a:t> Institute of Technology</a:t>
            </a:r>
            <a:endParaRPr kumimoji="0" 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(Approved by AICTE, New Delhi; Affiliated to Anna University, Chennai)</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Recognized by UGC, Accredited by NBA (IT)</a:t>
            </a:r>
            <a:endParaRPr kumimoji="0" 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365,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KGiSL</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Campus,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Thudiyalur</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Road, </a:t>
            </a:r>
            <a:r>
              <a:rPr kumimoji="0" 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Saravanampatti</a:t>
            </a:r>
            <a:r>
              <a:rPr kumimoji="0" 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Coimbatore – 641035.</a:t>
            </a:r>
            <a:endParaRPr kumimoji="0" lang="en-US" sz="2800" b="0" i="0" u="none" strike="noStrike" cap="none" normalizeH="0" baseline="0" dirty="0">
              <a:ln>
                <a:noFill/>
              </a:ln>
              <a:solidFill>
                <a:schemeClr val="tx1"/>
              </a:solidFill>
              <a:effectLst/>
              <a:latin typeface="Arial" panose="020B0604020202020204" pitchFamily="34" charset="0"/>
            </a:endParaRPr>
          </a:p>
        </p:txBody>
      </p:sp>
      <p:cxnSp>
        <p:nvCxnSpPr>
          <p:cNvPr id="10" name="Straight Connector 9"/>
          <p:cNvCxnSpPr/>
          <p:nvPr/>
        </p:nvCxnSpPr>
        <p:spPr>
          <a:xfrm>
            <a:off x="258417" y="1028369"/>
            <a:ext cx="1147124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Subtitle 2"/>
          <p:cNvSpPr>
            <a:spLocks noGrp="1"/>
          </p:cNvSpPr>
          <p:nvPr>
            <p:ph type="subTitle" idx="1"/>
          </p:nvPr>
        </p:nvSpPr>
        <p:spPr>
          <a:xfrm>
            <a:off x="425003" y="1028369"/>
            <a:ext cx="11303822" cy="5829630"/>
          </a:xfrm>
        </p:spPr>
        <p:txBody>
          <a:bodyPr rtlCol="0">
            <a:normAutofit/>
          </a:bodyPr>
          <a:lstStyle/>
          <a:p>
            <a:pPr algn="l"/>
            <a:r>
              <a:rPr lang="en-US" sz="2000" dirty="0">
                <a:solidFill>
                  <a:srgbClr val="242424"/>
                </a:solidFill>
                <a:latin typeface="Times New Roman" panose="02020603050405020304" pitchFamily="18" charset="0"/>
                <a:cs typeface="Times New Roman" panose="02020603050405020304" pitchFamily="18" charset="0"/>
              </a:rPr>
              <a:t>With today’s networking technology, a few LAN switches can easily connect hundreds of machines as a working cluster. A WAN can connect many local clusters to form a very large cluster of clusters. Massive systems are considered highly scalable, and can reach web-scale connectivity, either physically or logically.</a:t>
            </a:r>
          </a:p>
          <a:p>
            <a:pPr algn="l"/>
            <a:r>
              <a:rPr lang="en-US" sz="2000" dirty="0">
                <a:solidFill>
                  <a:srgbClr val="242424"/>
                </a:solidFill>
                <a:latin typeface="Times New Roman" panose="02020603050405020304" pitchFamily="18" charset="0"/>
                <a:cs typeface="Times New Roman" panose="02020603050405020304" pitchFamily="18" charset="0"/>
              </a:rPr>
              <a:t>Massive systems are classified into four groups:</a:t>
            </a:r>
          </a:p>
          <a:p>
            <a:pPr algn="l"/>
            <a:r>
              <a:rPr lang="en-US" sz="2000" b="1" dirty="0">
                <a:solidFill>
                  <a:srgbClr val="273239"/>
                </a:solidFill>
                <a:latin typeface="Times New Roman" panose="02020603050405020304" pitchFamily="18" charset="0"/>
                <a:cs typeface="Times New Roman" panose="02020603050405020304" pitchFamily="18" charset="0"/>
              </a:rPr>
              <a:t>Cluster </a:t>
            </a:r>
            <a:r>
              <a:rPr lang="en-US" sz="2000" b="1" dirty="0" smtClean="0">
                <a:solidFill>
                  <a:srgbClr val="273239"/>
                </a:solidFill>
                <a:latin typeface="Times New Roman" panose="02020603050405020304" pitchFamily="18" charset="0"/>
                <a:cs typeface="Times New Roman" panose="02020603050405020304" pitchFamily="18" charset="0"/>
              </a:rPr>
              <a:t>computing      </a:t>
            </a:r>
            <a:r>
              <a:rPr lang="en-US" sz="2000" b="1" dirty="0">
                <a:solidFill>
                  <a:srgbClr val="273239"/>
                </a:solidFill>
                <a:latin typeface="Times New Roman" panose="02020603050405020304" pitchFamily="18" charset="0"/>
                <a:cs typeface="Times New Roman" panose="02020603050405020304" pitchFamily="18" charset="0"/>
                <a:hlinkClick r:id="rId5"/>
              </a:rPr>
              <a:t>https://</a:t>
            </a:r>
            <a:r>
              <a:rPr lang="en-US" sz="2000" b="1" dirty="0" smtClean="0">
                <a:solidFill>
                  <a:srgbClr val="273239"/>
                </a:solidFill>
                <a:latin typeface="Times New Roman" panose="02020603050405020304" pitchFamily="18" charset="0"/>
                <a:cs typeface="Times New Roman" panose="02020603050405020304" pitchFamily="18" charset="0"/>
                <a:hlinkClick r:id="rId5"/>
              </a:rPr>
              <a:t>youtu.be/Fsw2UYp5NSE?si=SBu6tvEzypYZX3ql</a:t>
            </a:r>
            <a:r>
              <a:rPr lang="en-US" sz="2000" b="1" dirty="0" smtClean="0">
                <a:solidFill>
                  <a:srgbClr val="273239"/>
                </a:solidFill>
                <a:latin typeface="Times New Roman" panose="02020603050405020304" pitchFamily="18" charset="0"/>
                <a:cs typeface="Times New Roman" panose="02020603050405020304" pitchFamily="18" charset="0"/>
              </a:rPr>
              <a:t>  - Cluster in </a:t>
            </a:r>
            <a:r>
              <a:rPr lang="en-US" sz="2000" b="1" dirty="0" err="1" smtClean="0">
                <a:solidFill>
                  <a:srgbClr val="273239"/>
                </a:solidFill>
                <a:latin typeface="Times New Roman" panose="02020603050405020304" pitchFamily="18" charset="0"/>
                <a:cs typeface="Times New Roman" panose="02020603050405020304" pitchFamily="18" charset="0"/>
              </a:rPr>
              <a:t>tamil</a:t>
            </a:r>
            <a:endParaRPr lang="en-US" sz="2000" b="1" dirty="0" smtClean="0">
              <a:solidFill>
                <a:srgbClr val="273239"/>
              </a:solidFill>
              <a:latin typeface="Times New Roman" panose="02020603050405020304" pitchFamily="18" charset="0"/>
              <a:cs typeface="Times New Roman" panose="02020603050405020304" pitchFamily="18" charset="0"/>
            </a:endParaRPr>
          </a:p>
          <a:p>
            <a:pPr algn="l"/>
            <a:r>
              <a:rPr lang="en-US" sz="2000" dirty="0" smtClean="0">
                <a:solidFill>
                  <a:srgbClr val="000000"/>
                </a:solidFill>
                <a:latin typeface="Times New Roman" panose="02020603050405020304" pitchFamily="18" charset="0"/>
                <a:cs typeface="Times New Roman" panose="02020603050405020304" pitchFamily="18" charset="0"/>
              </a:rPr>
              <a:t>Cluster </a:t>
            </a:r>
            <a:r>
              <a:rPr lang="en-US" sz="2000" dirty="0">
                <a:solidFill>
                  <a:srgbClr val="000000"/>
                </a:solidFill>
                <a:latin typeface="Times New Roman" panose="02020603050405020304" pitchFamily="18" charset="0"/>
                <a:cs typeface="Times New Roman" panose="02020603050405020304" pitchFamily="18" charset="0"/>
              </a:rPr>
              <a:t>computing is a set of computers connected via a network. This set of computers together form a single system and executes operations altogether. Clustering solves complicated problems with much faster computational speed. It gives better data integrity than a single computer. </a:t>
            </a:r>
          </a:p>
          <a:p>
            <a:pPr algn="l"/>
            <a:r>
              <a:rPr lang="en-US" sz="2000" dirty="0">
                <a:solidFill>
                  <a:srgbClr val="000000"/>
                </a:solidFill>
                <a:latin typeface="Times New Roman" panose="02020603050405020304" pitchFamily="18" charset="0"/>
                <a:cs typeface="Times New Roman" panose="02020603050405020304" pitchFamily="18" charset="0"/>
              </a:rPr>
              <a:t>Google search engine, Earthquake simulations, Weather forecasting uses clustering techniques.</a:t>
            </a:r>
          </a:p>
          <a:p>
            <a:pPr algn="l"/>
            <a:endParaRPr lang="en-US" sz="1400" dirty="0">
              <a:solidFill>
                <a:srgbClr val="242424"/>
              </a:solidFill>
              <a:latin typeface="source-serif-pro"/>
            </a:endParaRPr>
          </a:p>
        </p:txBody>
      </p:sp>
      <p:pic>
        <p:nvPicPr>
          <p:cNvPr id="9" name="Picture 8">
            <a:extLst>
              <a:ext uri="{FF2B5EF4-FFF2-40B4-BE49-F238E27FC236}">
                <a16:creationId xmlns="" xmlns:a16="http://schemas.microsoft.com/office/drawing/2014/main" id="{A82F357C-DBAE-05F7-DBCA-DBAB5036643A}"/>
              </a:ext>
            </a:extLst>
          </p:cNvPr>
          <p:cNvPicPr>
            <a:picLocks noChangeAspect="1"/>
          </p:cNvPicPr>
          <p:nvPr/>
        </p:nvPicPr>
        <p:blipFill>
          <a:blip r:embed="rId6"/>
          <a:stretch>
            <a:fillRect/>
          </a:stretch>
        </p:blipFill>
        <p:spPr>
          <a:xfrm>
            <a:off x="295835" y="4200525"/>
            <a:ext cx="7490012" cy="2657474"/>
          </a:xfrm>
          <a:prstGeom prst="rect">
            <a:avLst/>
          </a:prstGeom>
        </p:spPr>
      </p:pic>
      <p:sp>
        <p:nvSpPr>
          <p:cNvPr id="2" name="Rectangle 1"/>
          <p:cNvSpPr/>
          <p:nvPr/>
        </p:nvSpPr>
        <p:spPr>
          <a:xfrm>
            <a:off x="5029200" y="6292334"/>
            <a:ext cx="7609994" cy="923330"/>
          </a:xfrm>
          <a:prstGeom prst="rect">
            <a:avLst/>
          </a:prstGeom>
        </p:spPr>
        <p:txBody>
          <a:bodyPr wrap="square">
            <a:spAutoFit/>
          </a:bodyPr>
          <a:lstStyle/>
          <a:p>
            <a:r>
              <a:rPr lang="en-IN" dirty="0">
                <a:hlinkClick r:id="rId7"/>
              </a:rPr>
              <a:t>https://</a:t>
            </a:r>
            <a:r>
              <a:rPr lang="en-IN" dirty="0" smtClean="0">
                <a:hlinkClick r:id="rId7"/>
              </a:rPr>
              <a:t>youtu.be/E8WIIK0mxE8?si=9R5L7llfGg0nsXh1</a:t>
            </a:r>
            <a:r>
              <a:rPr lang="en-IN" dirty="0" smtClean="0"/>
              <a:t> –cluster computing</a:t>
            </a:r>
          </a:p>
          <a:p>
            <a:endParaRPr lang="en-IN" dirty="0" smtClean="0"/>
          </a:p>
          <a:p>
            <a:endParaRPr lang="en-IN" dirty="0"/>
          </a:p>
        </p:txBody>
      </p:sp>
    </p:spTree>
    <p:extLst>
      <p:ext uri="{BB962C8B-B14F-4D97-AF65-F5344CB8AC3E}">
        <p14:creationId xmlns:p14="http://schemas.microsoft.com/office/powerpoint/2010/main" val="35393728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title"/>
          </p:nvPr>
        </p:nvSpPr>
        <p:spPr>
          <a:xfrm>
            <a:off x="0" y="1"/>
            <a:ext cx="12192000" cy="781049"/>
          </a:xfrm>
        </p:spPr>
        <p:txBody>
          <a:bodyPr>
            <a:normAutofit/>
          </a:bodyPr>
          <a:lstStyle/>
          <a:p>
            <a:pPr algn="ct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sz="half" idx="1"/>
          </p:nvPr>
        </p:nvSpPr>
        <p:spPr>
          <a:xfrm>
            <a:off x="121024" y="578224"/>
            <a:ext cx="11967882" cy="6279775"/>
          </a:xfrm>
        </p:spPr>
        <p:txBody>
          <a:bodyPr>
            <a:noAutofit/>
          </a:bodyPr>
          <a:lstStyle/>
          <a:p>
            <a:pPr marL="0" indent="0" algn="l">
              <a:buNone/>
            </a:pPr>
            <a:r>
              <a:rPr lang="en-US" sz="1000" dirty="0"/>
              <a:t/>
            </a:r>
            <a:br>
              <a:rPr lang="en-US" sz="1000" dirty="0"/>
            </a:br>
            <a:endParaRPr lang="en-US" sz="1000" dirty="0" smtClean="0"/>
          </a:p>
          <a:p>
            <a:pPr marL="0" indent="0" algn="l">
              <a:buNone/>
            </a:pPr>
            <a:endParaRPr lang="en-US" sz="1800" dirty="0">
              <a:latin typeface="Times New Roman" panose="02020603050405020304" pitchFamily="18" charset="0"/>
              <a:cs typeface="Times New Roman" panose="02020603050405020304" pitchFamily="18" charset="0"/>
            </a:endParaRPr>
          </a:p>
          <a:p>
            <a:pPr marL="0" indent="0" algn="l">
              <a:buNone/>
            </a:pPr>
            <a:r>
              <a:rPr lang="en-US" sz="1800" b="0" i="0" dirty="0" smtClean="0">
                <a:effectLst/>
                <a:latin typeface="Times New Roman" panose="02020603050405020304" pitchFamily="18" charset="0"/>
                <a:cs typeface="Times New Roman" panose="02020603050405020304" pitchFamily="18" charset="0"/>
              </a:rPr>
              <a:t>Cluster </a:t>
            </a:r>
            <a:r>
              <a:rPr lang="en-US" sz="1800" b="0" i="0" dirty="0">
                <a:effectLst/>
                <a:latin typeface="Times New Roman" panose="02020603050405020304" pitchFamily="18" charset="0"/>
                <a:cs typeface="Times New Roman" panose="02020603050405020304" pitchFamily="18" charset="0"/>
              </a:rPr>
              <a:t>computing is a collection of tightly or loosely connected computers that work together so that they act as a single entity. The connected computers execute operations all together thus creating the idea of a single system. The clusters are generally connected through fast local area networks (LANs).</a:t>
            </a:r>
          </a:p>
          <a:p>
            <a:pPr marL="0" indent="0" algn="l"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Cluster Computing Architecture :</a:t>
            </a:r>
            <a:endParaRPr lang="en-US" sz="18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It is designed with an array of interconnected individual computers and the computer systems operating collectively as a single standalone system.</a:t>
            </a:r>
          </a:p>
          <a:p>
            <a:pPr marL="0" indent="0" algn="l"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It is a group of workstations or computers working together as a single, integrated computing resource connected via high speed interconnects.</a:t>
            </a:r>
          </a:p>
          <a:p>
            <a:pPr marL="0" indent="0" algn="l"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A node – Either a single or a multiprocessor network having memory, input and output functions and an operating system.</a:t>
            </a:r>
          </a:p>
          <a:p>
            <a:pPr marL="0" indent="0" algn="l"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Two or more nodes are connected on a single line or every node might be connected individually through a LAN connection.</a:t>
            </a:r>
          </a:p>
          <a:p>
            <a:pPr marL="0" indent="0" algn="l">
              <a:buNone/>
            </a:pPr>
            <a:endParaRPr lang="en-US" sz="1800" b="0" i="0" dirty="0">
              <a:effectLst/>
              <a:latin typeface="Times New Roman" panose="02020603050405020304" pitchFamily="18" charset="0"/>
              <a:cs typeface="Times New Roman" panose="02020603050405020304" pitchFamily="18" charset="0"/>
            </a:endParaRPr>
          </a:p>
          <a:p>
            <a:pPr marL="0" indent="0" algn="l">
              <a:buNone/>
            </a:pPr>
            <a:endParaRPr lang="en-US" sz="1200" b="0" i="0" dirty="0">
              <a:solidFill>
                <a:srgbClr val="242424"/>
              </a:solidFill>
              <a:effectLst/>
              <a:latin typeface="source-serif-pro"/>
            </a:endParaRPr>
          </a:p>
        </p:txBody>
      </p:sp>
      <p:pic>
        <p:nvPicPr>
          <p:cNvPr id="4" name="Picture 3">
            <a:extLst>
              <a:ext uri="{FF2B5EF4-FFF2-40B4-BE49-F238E27FC236}">
                <a16:creationId xmlns="" xmlns:a16="http://schemas.microsoft.com/office/drawing/2014/main" id="{61DA0235-615A-A498-5328-41792CC49E21}"/>
              </a:ext>
            </a:extLst>
          </p:cNvPr>
          <p:cNvPicPr>
            <a:picLocks noChangeAspect="1"/>
          </p:cNvPicPr>
          <p:nvPr/>
        </p:nvPicPr>
        <p:blipFill>
          <a:blip r:embed="rId3"/>
          <a:stretch>
            <a:fillRect/>
          </a:stretch>
        </p:blipFill>
        <p:spPr>
          <a:xfrm>
            <a:off x="2114550" y="4572000"/>
            <a:ext cx="6115050" cy="2114550"/>
          </a:xfrm>
          <a:prstGeom prst="rect">
            <a:avLst/>
          </a:prstGeom>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1"/>
            <a:ext cx="12163425" cy="1095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32000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title"/>
          </p:nvPr>
        </p:nvSpPr>
        <p:spPr>
          <a:xfrm>
            <a:off x="0" y="1"/>
            <a:ext cx="12192000" cy="781049"/>
          </a:xfrm>
        </p:spPr>
        <p:txBody>
          <a:bodyPr>
            <a:normAutofit/>
          </a:bodyPr>
          <a:lstStyle/>
          <a:p>
            <a:pPr algn="ct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sz="half" idx="1"/>
          </p:nvPr>
        </p:nvSpPr>
        <p:spPr>
          <a:xfrm>
            <a:off x="121024" y="1362075"/>
            <a:ext cx="11967882" cy="4629150"/>
          </a:xfrm>
        </p:spPr>
        <p:txBody>
          <a:bodyPr>
            <a:noAutofit/>
          </a:bodyPr>
          <a:lstStyle/>
          <a:p>
            <a:pPr marL="0" indent="0" algn="l">
              <a:buNone/>
            </a:pPr>
            <a:r>
              <a:rPr lang="en-US" sz="1000" dirty="0"/>
              <a:t/>
            </a:r>
            <a:br>
              <a:rPr lang="en-US" sz="1000" dirty="0"/>
            </a:br>
            <a:endParaRPr lang="en-US" sz="1000" dirty="0" smtClean="0"/>
          </a:p>
          <a:p>
            <a:pPr marL="0" indent="0" algn="l">
              <a:buNone/>
            </a:pPr>
            <a:endParaRPr lang="en-US" sz="1800" dirty="0">
              <a:latin typeface="Times New Roman" panose="02020603050405020304" pitchFamily="18" charset="0"/>
              <a:cs typeface="Times New Roman" panose="02020603050405020304" pitchFamily="18" charset="0"/>
            </a:endParaRPr>
          </a:p>
          <a:p>
            <a:pPr marL="0" indent="0" algn="l">
              <a:buNone/>
            </a:pPr>
            <a:endParaRPr lang="en-US" sz="1800" b="0" i="0" dirty="0">
              <a:effectLst/>
              <a:latin typeface="Times New Roman" panose="02020603050405020304" pitchFamily="18" charset="0"/>
              <a:cs typeface="Times New Roman" panose="02020603050405020304" pitchFamily="18" charset="0"/>
            </a:endParaRPr>
          </a:p>
          <a:p>
            <a:pPr marL="0" indent="0" algn="l">
              <a:buNone/>
            </a:pPr>
            <a:endParaRPr lang="en-US" sz="1600" b="0" i="0" dirty="0">
              <a:solidFill>
                <a:srgbClr val="242424"/>
              </a:solidFill>
              <a:effectLst/>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8" y="1"/>
            <a:ext cx="12163425" cy="1095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95274" y="1120676"/>
            <a:ext cx="11420475" cy="1200329"/>
          </a:xfrm>
          <a:prstGeom prst="rect">
            <a:avLst/>
          </a:prstGeom>
        </p:spPr>
        <p:txBody>
          <a:bodyPr wrap="square">
            <a:spAutoFit/>
          </a:bodyPr>
          <a:lstStyle/>
          <a:p>
            <a:r>
              <a:rPr lang="en-US" dirty="0">
                <a:latin typeface="Times New Roman" pitchFamily="18" charset="0"/>
                <a:cs typeface="Times New Roman" pitchFamily="18" charset="0"/>
              </a:rPr>
              <a:t>Cluster management software maximizes the work that a cluster of computers can perform. A cluster manager balances workload to reduce bottlenecks, monitors the health of the elements of the cluster, and manages failover when an element fails. A cluster manager can also help a system administrator to perform administration tasks on elements in the cluster (by rerouting workload off of a computer that needs to be serviced, for example.)</a:t>
            </a:r>
            <a:endParaRPr lang="en-IN" dirty="0">
              <a:latin typeface="Times New Roman" pitchFamily="18" charset="0"/>
              <a:cs typeface="Times New Roman" pitchFamily="18" charset="0"/>
            </a:endParaRPr>
          </a:p>
        </p:txBody>
      </p:sp>
      <p:sp>
        <p:nvSpPr>
          <p:cNvPr id="6" name="Rectangle 5"/>
          <p:cNvSpPr/>
          <p:nvPr/>
        </p:nvSpPr>
        <p:spPr>
          <a:xfrm>
            <a:off x="551925" y="2425184"/>
            <a:ext cx="3982500" cy="369332"/>
          </a:xfrm>
          <a:prstGeom prst="rect">
            <a:avLst/>
          </a:prstGeom>
        </p:spPr>
        <p:txBody>
          <a:bodyPr wrap="none">
            <a:spAutoFit/>
          </a:bodyPr>
          <a:lstStyle/>
          <a:p>
            <a:r>
              <a:rPr lang="en-US" dirty="0">
                <a:latin typeface="Times New Roman" pitchFamily="18" charset="0"/>
                <a:cs typeface="Times New Roman" pitchFamily="18" charset="0"/>
              </a:rPr>
              <a:t>List of software for cluster management</a:t>
            </a:r>
            <a:r>
              <a:rPr lang="en-US" dirty="0"/>
              <a:t>.</a:t>
            </a:r>
            <a:endParaRPr lang="en-IN" dirty="0"/>
          </a:p>
        </p:txBody>
      </p:sp>
      <p:sp>
        <p:nvSpPr>
          <p:cNvPr id="7" name="Rectangle 6"/>
          <p:cNvSpPr/>
          <p:nvPr/>
        </p:nvSpPr>
        <p:spPr>
          <a:xfrm>
            <a:off x="654289" y="2875002"/>
            <a:ext cx="2215671" cy="369332"/>
          </a:xfrm>
          <a:prstGeom prst="rect">
            <a:avLst/>
          </a:prstGeom>
        </p:spPr>
        <p:txBody>
          <a:bodyPr wrap="none">
            <a:spAutoFit/>
          </a:bodyPr>
          <a:lstStyle/>
          <a:p>
            <a:r>
              <a:rPr lang="en-IN" dirty="0">
                <a:latin typeface="Times New Roman" pitchFamily="18" charset="0"/>
                <a:cs typeface="Times New Roman" pitchFamily="18" charset="0"/>
              </a:rPr>
              <a:t>Free and open source</a:t>
            </a:r>
          </a:p>
        </p:txBody>
      </p:sp>
      <p:sp>
        <p:nvSpPr>
          <p:cNvPr id="8" name="Rectangle 7"/>
          <p:cNvSpPr/>
          <p:nvPr/>
        </p:nvSpPr>
        <p:spPr>
          <a:xfrm>
            <a:off x="551925" y="3262521"/>
            <a:ext cx="6096000" cy="1754326"/>
          </a:xfrm>
          <a:prstGeom prst="rect">
            <a:avLst/>
          </a:prstGeom>
        </p:spPr>
        <p:txBody>
          <a:bodyPr>
            <a:spAutoFit/>
          </a:bodyPr>
          <a:lstStyle/>
          <a:p>
            <a:r>
              <a:rPr lang="en-IN" dirty="0" err="1">
                <a:latin typeface="Times New Roman" pitchFamily="18" charset="0"/>
                <a:cs typeface="Times New Roman" pitchFamily="18" charset="0"/>
                <a:hlinkClick r:id="rId4" tooltip="Proxmox Virtual Environment"/>
              </a:rPr>
              <a:t>Proxmox</a:t>
            </a:r>
            <a:endParaRPr lang="en-IN" dirty="0">
              <a:latin typeface="Times New Roman" pitchFamily="18" charset="0"/>
              <a:cs typeface="Times New Roman" pitchFamily="18" charset="0"/>
            </a:endParaRPr>
          </a:p>
          <a:p>
            <a:r>
              <a:rPr lang="en-IN" dirty="0" err="1">
                <a:latin typeface="Times New Roman" pitchFamily="18" charset="0"/>
                <a:cs typeface="Times New Roman" pitchFamily="18" charset="0"/>
                <a:hlinkClick r:id="rId5" tooltip="Docker (software)"/>
              </a:rPr>
              <a:t>Docker</a:t>
            </a:r>
            <a:r>
              <a:rPr lang="en-IN" dirty="0">
                <a:latin typeface="Times New Roman" pitchFamily="18" charset="0"/>
                <a:cs typeface="Times New Roman" pitchFamily="18" charset="0"/>
                <a:hlinkClick r:id="rId5" tooltip="Docker (software)"/>
              </a:rPr>
              <a:t> Swarm</a:t>
            </a:r>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hlinkClick r:id="rId6" tooltip="Red Hat cluster suite"/>
              </a:rPr>
              <a:t>Red Hat cluster suite</a:t>
            </a:r>
            <a:endParaRPr lang="en-IN" dirty="0">
              <a:latin typeface="Times New Roman" pitchFamily="18" charset="0"/>
              <a:cs typeface="Times New Roman" pitchFamily="18" charset="0"/>
            </a:endParaRPr>
          </a:p>
          <a:p>
            <a:r>
              <a:rPr lang="en-IN" dirty="0" err="1">
                <a:latin typeface="Times New Roman" pitchFamily="18" charset="0"/>
                <a:cs typeface="Times New Roman" pitchFamily="18" charset="0"/>
                <a:hlinkClick r:id="rId7" tooltip="OpenShift"/>
              </a:rPr>
              <a:t>OpenShift</a:t>
            </a:r>
            <a:r>
              <a:rPr lang="en-IN" dirty="0">
                <a:latin typeface="Times New Roman" pitchFamily="18" charset="0"/>
                <a:cs typeface="Times New Roman" pitchFamily="18" charset="0"/>
                <a:hlinkClick r:id="rId7" tooltip="OpenShift"/>
              </a:rPr>
              <a:t> and OKD</a:t>
            </a:r>
            <a:r>
              <a:rPr lang="en-IN" dirty="0">
                <a:latin typeface="Times New Roman" pitchFamily="18" charset="0"/>
                <a:cs typeface="Times New Roman" pitchFamily="18" charset="0"/>
              </a:rPr>
              <a:t>, from Red Hat</a:t>
            </a:r>
          </a:p>
          <a:p>
            <a:r>
              <a:rPr lang="en-IN" dirty="0">
                <a:latin typeface="Times New Roman" pitchFamily="18" charset="0"/>
                <a:cs typeface="Times New Roman" pitchFamily="18" charset="0"/>
              </a:rPr>
              <a:t>Nomad, from </a:t>
            </a:r>
            <a:r>
              <a:rPr lang="en-IN" dirty="0" err="1">
                <a:latin typeface="Times New Roman" pitchFamily="18" charset="0"/>
                <a:cs typeface="Times New Roman" pitchFamily="18" charset="0"/>
                <a:hlinkClick r:id="rId8" tooltip="HashiCorp"/>
              </a:rPr>
              <a:t>HashiCorp</a:t>
            </a:r>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Rancher, from </a:t>
            </a:r>
            <a:r>
              <a:rPr lang="en-IN" dirty="0">
                <a:latin typeface="Times New Roman" pitchFamily="18" charset="0"/>
                <a:cs typeface="Times New Roman" pitchFamily="18" charset="0"/>
                <a:hlinkClick r:id="rId9" tooltip="Rancher Labs"/>
              </a:rPr>
              <a:t>Rancher Labs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7690815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title"/>
          </p:nvPr>
        </p:nvSpPr>
        <p:spPr>
          <a:xfrm>
            <a:off x="838200" y="1"/>
            <a:ext cx="10515600" cy="981074"/>
          </a:xfrm>
        </p:spPr>
        <p:txBody>
          <a:bodyPr>
            <a:normAutofit/>
          </a:bodyPr>
          <a:lstStyle/>
          <a:p>
            <a:pPr algn="ct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sz="half" idx="1"/>
          </p:nvPr>
        </p:nvSpPr>
        <p:spPr>
          <a:xfrm>
            <a:off x="121024" y="503696"/>
            <a:ext cx="11967882" cy="6354304"/>
          </a:xfrm>
        </p:spPr>
        <p:txBody>
          <a:bodyPr>
            <a:noAutofit/>
          </a:bodyPr>
          <a:lstStyle/>
          <a:p>
            <a:pPr marL="0" indent="0" algn="l" fontAlgn="base">
              <a:buNone/>
            </a:pPr>
            <a:endParaRPr lang="en-US" sz="1800" b="1" i="0" dirty="0" smtClean="0">
              <a:solidFill>
                <a:srgbClr val="273239"/>
              </a:solidFill>
              <a:effectLst/>
              <a:latin typeface="Times New Roman" pitchFamily="18" charset="0"/>
              <a:cs typeface="Times New Roman" panose="02020603050405020304" pitchFamily="18" charset="0"/>
            </a:endParaRPr>
          </a:p>
          <a:p>
            <a:pPr marL="0" indent="0" algn="l" fontAlgn="base">
              <a:buNone/>
            </a:pPr>
            <a:endParaRPr lang="en-US" sz="1800" b="1" i="0" dirty="0" smtClean="0">
              <a:solidFill>
                <a:srgbClr val="273239"/>
              </a:solidFill>
              <a:effectLst/>
              <a:latin typeface="Times New Roman" pitchFamily="18" charset="0"/>
              <a:cs typeface="Times New Roman" panose="02020603050405020304" pitchFamily="18" charset="0"/>
            </a:endParaRPr>
          </a:p>
          <a:p>
            <a:pPr marL="0" indent="0" algn="l" fontAlgn="base">
              <a:buNone/>
            </a:pPr>
            <a:r>
              <a:rPr lang="en-US" sz="1800" b="1" i="0" dirty="0" smtClean="0">
                <a:solidFill>
                  <a:srgbClr val="273239"/>
                </a:solidFill>
                <a:effectLst/>
                <a:latin typeface="Times New Roman" pitchFamily="18" charset="0"/>
                <a:cs typeface="Times New Roman" panose="02020603050405020304" pitchFamily="18" charset="0"/>
              </a:rPr>
              <a:t>Types </a:t>
            </a:r>
            <a:r>
              <a:rPr lang="en-US" sz="1800" b="1" i="0" dirty="0">
                <a:solidFill>
                  <a:srgbClr val="273239"/>
                </a:solidFill>
                <a:effectLst/>
                <a:latin typeface="Times New Roman" pitchFamily="18" charset="0"/>
                <a:cs typeface="Times New Roman" panose="02020603050405020304" pitchFamily="18" charset="0"/>
              </a:rPr>
              <a:t>of Cluster computing :</a:t>
            </a:r>
            <a:endParaRPr lang="en-US" sz="1800" b="0" i="0" dirty="0">
              <a:solidFill>
                <a:srgbClr val="273239"/>
              </a:solidFill>
              <a:effectLst/>
              <a:latin typeface="Times New Roman" panose="02020603050405020304" pitchFamily="18" charset="0"/>
              <a:cs typeface="Times New Roman" panose="02020603050405020304" pitchFamily="18" charset="0"/>
            </a:endParaRPr>
          </a:p>
          <a:p>
            <a:pPr marL="342900" indent="-342900" fontAlgn="base">
              <a:buAutoNum type="arabicPeriod"/>
            </a:pPr>
            <a:r>
              <a:rPr lang="en-US" sz="1800" b="1" i="0" dirty="0" smtClean="0">
                <a:solidFill>
                  <a:srgbClr val="273239"/>
                </a:solidFill>
                <a:effectLst/>
                <a:latin typeface="Times New Roman" panose="02020603050405020304" pitchFamily="18" charset="0"/>
                <a:cs typeface="Times New Roman" panose="02020603050405020304" pitchFamily="18" charset="0"/>
              </a:rPr>
              <a:t>High </a:t>
            </a:r>
            <a:r>
              <a:rPr lang="en-US" sz="1800" b="1" i="0" dirty="0">
                <a:solidFill>
                  <a:srgbClr val="273239"/>
                </a:solidFill>
                <a:effectLst/>
                <a:latin typeface="Times New Roman" panose="02020603050405020304" pitchFamily="18" charset="0"/>
                <a:cs typeface="Times New Roman" panose="02020603050405020304" pitchFamily="18" charset="0"/>
              </a:rPr>
              <a:t>performance (HP) clusters </a:t>
            </a:r>
            <a:r>
              <a:rPr lang="en-US" sz="1800" b="1" i="0" dirty="0" smtClean="0">
                <a:solidFill>
                  <a:srgbClr val="273239"/>
                </a:solidFill>
                <a:effectLst/>
                <a:latin typeface="Times New Roman" panose="02020603050405020304" pitchFamily="18" charset="0"/>
                <a:cs typeface="Times New Roman" panose="02020603050405020304" pitchFamily="18" charset="0"/>
              </a:rPr>
              <a:t>:</a:t>
            </a:r>
            <a:endParaRPr lang="en-US" sz="1800" dirty="0">
              <a:solidFill>
                <a:srgbClr val="273239"/>
              </a:solidFill>
              <a:latin typeface="Times New Roman" panose="02020603050405020304" pitchFamily="18" charset="0"/>
              <a:cs typeface="Times New Roman" panose="02020603050405020304" pitchFamily="18" charset="0"/>
            </a:endParaRPr>
          </a:p>
          <a:p>
            <a:pPr marL="0" indent="0" fontAlgn="base">
              <a:buNone/>
            </a:pPr>
            <a:r>
              <a:rPr lang="en-US" sz="1800" dirty="0" smtClean="0">
                <a:latin typeface="Times New Roman" pitchFamily="18" charset="0"/>
                <a:cs typeface="Times New Roman" pitchFamily="18" charset="0"/>
              </a:rPr>
              <a:t>An </a:t>
            </a:r>
            <a:r>
              <a:rPr lang="en-US" sz="1800" dirty="0">
                <a:latin typeface="Times New Roman" pitchFamily="18" charset="0"/>
                <a:cs typeface="Times New Roman" pitchFamily="18" charset="0"/>
              </a:rPr>
              <a:t>HPC cluster, or high-performance computing cluster, is a combination of specialized hardware, including a group of large and powerful computers, and a distributed processing software framework configured to handle massive amounts of data at high speeds with parallel performance and high availability</a:t>
            </a:r>
            <a:r>
              <a:rPr lang="en-US" sz="1800" dirty="0" smtClean="0">
                <a:latin typeface="Times New Roman" pitchFamily="18" charset="0"/>
                <a:cs typeface="Times New Roman" pitchFamily="18" charset="0"/>
              </a:rPr>
              <a:t>.</a:t>
            </a:r>
          </a:p>
          <a:p>
            <a:pPr marL="0" indent="0" fontAlgn="base">
              <a:buNone/>
            </a:pPr>
            <a:r>
              <a:rPr lang="en-US" sz="1800" b="1" i="0" dirty="0" smtClean="0">
                <a:solidFill>
                  <a:srgbClr val="273239"/>
                </a:solidFill>
                <a:effectLst/>
                <a:latin typeface="Times New Roman" panose="02020603050405020304" pitchFamily="18" charset="0"/>
                <a:cs typeface="Times New Roman" panose="02020603050405020304" pitchFamily="18" charset="0"/>
              </a:rPr>
              <a:t>2</a:t>
            </a:r>
            <a:r>
              <a:rPr lang="en-US" sz="1800" b="1" i="0" dirty="0">
                <a:solidFill>
                  <a:srgbClr val="273239"/>
                </a:solidFill>
                <a:effectLst/>
                <a:latin typeface="Times New Roman" panose="02020603050405020304" pitchFamily="18" charset="0"/>
                <a:cs typeface="Times New Roman" panose="02020603050405020304" pitchFamily="18" charset="0"/>
              </a:rPr>
              <a:t>. Load-balancing clusters :</a:t>
            </a:r>
            <a:endParaRPr lang="en-US" sz="18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Incoming requests are distributed for resources among several nodes running similar programs or having similar content. This prevents any single node from receiving a disproportionate amount of task. This type of distribution is generally used in a web-hosting environment.</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3. High Availability (HA) Clusters :</a:t>
            </a:r>
            <a:endParaRPr lang="en-US" sz="18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HA clusters are designed to maintain redundant nodes that can act as backup systems in case any failure occurs. Consistent computing services like business activities, complicated databases, customer services like e-websites and network file distribution are provided. They are designed to give uninterrupted data availability to the customers. </a:t>
            </a:r>
          </a:p>
          <a:p>
            <a:pPr marL="0" indent="0" algn="l"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Classification of Cluster :</a:t>
            </a:r>
            <a:endParaRPr lang="en-US" sz="18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1. Open Cluster </a:t>
            </a:r>
            <a:r>
              <a:rPr lang="en-US" sz="1800" b="1" i="0" dirty="0" smtClean="0">
                <a:solidFill>
                  <a:srgbClr val="273239"/>
                </a:solidFill>
                <a:effectLst/>
                <a:latin typeface="Times New Roman" panose="02020603050405020304" pitchFamily="18" charset="0"/>
                <a:cs typeface="Times New Roman" panose="02020603050405020304" pitchFamily="18" charset="0"/>
              </a:rPr>
              <a:t>:</a:t>
            </a:r>
            <a:r>
              <a:rPr lang="en-US" sz="1800" b="0" i="0" dirty="0" smtClean="0">
                <a:solidFill>
                  <a:srgbClr val="273239"/>
                </a:solidFill>
                <a:effectLst/>
                <a:latin typeface="Times New Roman" panose="02020603050405020304" pitchFamily="18" charset="0"/>
                <a:cs typeface="Times New Roman" panose="02020603050405020304" pitchFamily="18" charset="0"/>
              </a:rPr>
              <a:t>IPs </a:t>
            </a:r>
            <a:r>
              <a:rPr lang="en-US" sz="1800" b="0" i="0" dirty="0">
                <a:solidFill>
                  <a:srgbClr val="273239"/>
                </a:solidFill>
                <a:effectLst/>
                <a:latin typeface="Times New Roman" panose="02020603050405020304" pitchFamily="18" charset="0"/>
                <a:cs typeface="Times New Roman" panose="02020603050405020304" pitchFamily="18" charset="0"/>
              </a:rPr>
              <a:t>are needed by every node and those are accessed only through the internet or web. This type of cluster causes enhanced security concerns.</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2. Close Cluster </a:t>
            </a:r>
            <a:r>
              <a:rPr lang="en-US" sz="1800" b="1" i="0" dirty="0" smtClean="0">
                <a:solidFill>
                  <a:srgbClr val="273239"/>
                </a:solidFill>
                <a:effectLst/>
                <a:latin typeface="Times New Roman" panose="02020603050405020304" pitchFamily="18" charset="0"/>
                <a:cs typeface="Times New Roman" panose="02020603050405020304" pitchFamily="18" charset="0"/>
              </a:rPr>
              <a:t>:</a:t>
            </a:r>
            <a:r>
              <a:rPr lang="en-US" sz="1800" b="0" i="0" dirty="0" smtClean="0">
                <a:solidFill>
                  <a:srgbClr val="273239"/>
                </a:solidFill>
                <a:effectLst/>
                <a:latin typeface="Times New Roman" panose="02020603050405020304" pitchFamily="18" charset="0"/>
                <a:cs typeface="Times New Roman" panose="02020603050405020304" pitchFamily="18" charset="0"/>
              </a:rPr>
              <a:t>The </a:t>
            </a:r>
            <a:r>
              <a:rPr lang="en-US" sz="1800" b="0" i="0" dirty="0">
                <a:solidFill>
                  <a:srgbClr val="273239"/>
                </a:solidFill>
                <a:effectLst/>
                <a:latin typeface="Times New Roman" panose="02020603050405020304" pitchFamily="18" charset="0"/>
                <a:cs typeface="Times New Roman" panose="02020603050405020304" pitchFamily="18" charset="0"/>
              </a:rPr>
              <a:t>nodes are hidden behind the gateway node, and they provide increased protection. They need fewer IP addresses and are good for computational tasks.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22714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title"/>
          </p:nvPr>
        </p:nvSpPr>
        <p:spPr>
          <a:xfrm>
            <a:off x="838200" y="1"/>
            <a:ext cx="10515600" cy="578223"/>
          </a:xfrm>
        </p:spPr>
        <p:txBody>
          <a:bodyPr>
            <a:normAutofit/>
          </a:bodyPr>
          <a:lstStyle/>
          <a:p>
            <a:pPr algn="ct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sz="half" idx="1"/>
          </p:nvPr>
        </p:nvSpPr>
        <p:spPr>
          <a:xfrm>
            <a:off x="0" y="414338"/>
            <a:ext cx="12192000" cy="6443662"/>
          </a:xfrm>
        </p:spPr>
        <p:txBody>
          <a:bodyPr>
            <a:noAutofit/>
          </a:bodyPr>
          <a:lstStyle/>
          <a:p>
            <a:pPr marL="0" indent="0" algn="l" fontAlgn="base">
              <a:buNone/>
            </a:pPr>
            <a:endParaRPr lang="en-US" sz="1700" b="1" dirty="0" smtClean="0">
              <a:solidFill>
                <a:srgbClr val="273239"/>
              </a:solidFill>
              <a:latin typeface="Times New Roman" panose="02020603050405020304" pitchFamily="18" charset="0"/>
              <a:cs typeface="Times New Roman" panose="02020603050405020304" pitchFamily="18" charset="0"/>
            </a:endParaRPr>
          </a:p>
          <a:p>
            <a:pPr marL="0" indent="0" algn="l" fontAlgn="base">
              <a:buNone/>
            </a:pPr>
            <a:endParaRPr lang="en-US" sz="1700" b="1" dirty="0">
              <a:solidFill>
                <a:srgbClr val="273239"/>
              </a:solidFill>
              <a:latin typeface="Times New Roman" panose="02020603050405020304" pitchFamily="18" charset="0"/>
              <a:cs typeface="Times New Roman" panose="02020603050405020304" pitchFamily="18" charset="0"/>
            </a:endParaRPr>
          </a:p>
          <a:p>
            <a:pPr marL="0" indent="0" algn="l" fontAlgn="base">
              <a:buNone/>
            </a:pPr>
            <a:r>
              <a:rPr lang="en-US" sz="1700" b="1" i="0" dirty="0" smtClean="0">
                <a:solidFill>
                  <a:srgbClr val="273239"/>
                </a:solidFill>
                <a:effectLst/>
                <a:latin typeface="Times New Roman" panose="02020603050405020304" pitchFamily="18" charset="0"/>
                <a:cs typeface="Times New Roman" panose="02020603050405020304" pitchFamily="18" charset="0"/>
              </a:rPr>
              <a:t>Advantages </a:t>
            </a:r>
            <a:r>
              <a:rPr lang="en-US" sz="1700" b="1" i="0" dirty="0">
                <a:solidFill>
                  <a:srgbClr val="273239"/>
                </a:solidFill>
                <a:effectLst/>
                <a:latin typeface="Times New Roman" panose="02020603050405020304" pitchFamily="18" charset="0"/>
                <a:cs typeface="Times New Roman" panose="02020603050405020304" pitchFamily="18" charset="0"/>
              </a:rPr>
              <a:t>of Cluster Computing :</a:t>
            </a:r>
            <a:endParaRPr lang="en-US" sz="17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r>
              <a:rPr lang="en-US" sz="1700" b="1" i="0" dirty="0">
                <a:solidFill>
                  <a:srgbClr val="273239"/>
                </a:solidFill>
                <a:effectLst/>
                <a:latin typeface="Times New Roman" panose="02020603050405020304" pitchFamily="18" charset="0"/>
                <a:cs typeface="Times New Roman" panose="02020603050405020304" pitchFamily="18" charset="0"/>
              </a:rPr>
              <a:t>1. High Performance : </a:t>
            </a:r>
            <a:r>
              <a:rPr lang="en-US" sz="1700" b="0" i="0" dirty="0" smtClean="0">
                <a:solidFill>
                  <a:srgbClr val="273239"/>
                </a:solidFill>
                <a:effectLst/>
                <a:latin typeface="Times New Roman" panose="02020603050405020304" pitchFamily="18" charset="0"/>
                <a:cs typeface="Times New Roman" panose="02020603050405020304" pitchFamily="18" charset="0"/>
              </a:rPr>
              <a:t>The </a:t>
            </a:r>
            <a:r>
              <a:rPr lang="en-US" sz="1700" b="0" i="0" dirty="0">
                <a:solidFill>
                  <a:srgbClr val="273239"/>
                </a:solidFill>
                <a:effectLst/>
                <a:latin typeface="Times New Roman" panose="02020603050405020304" pitchFamily="18" charset="0"/>
                <a:cs typeface="Times New Roman" panose="02020603050405020304" pitchFamily="18" charset="0"/>
              </a:rPr>
              <a:t>systems offer better and enhanced performance than that of mainframe computer networks.</a:t>
            </a:r>
          </a:p>
          <a:p>
            <a:pPr marL="0" indent="0" algn="just" fontAlgn="base">
              <a:buNone/>
            </a:pPr>
            <a:r>
              <a:rPr lang="en-US" sz="1700" b="1" i="0" dirty="0">
                <a:solidFill>
                  <a:srgbClr val="273239"/>
                </a:solidFill>
                <a:effectLst/>
                <a:latin typeface="Times New Roman" panose="02020603050405020304" pitchFamily="18" charset="0"/>
                <a:cs typeface="Times New Roman" panose="02020603050405020304" pitchFamily="18" charset="0"/>
              </a:rPr>
              <a:t>2. Easy to manage </a:t>
            </a:r>
            <a:r>
              <a:rPr lang="en-US" sz="1700" b="1" i="0" dirty="0" smtClean="0">
                <a:solidFill>
                  <a:srgbClr val="273239"/>
                </a:solidFill>
                <a:effectLst/>
                <a:latin typeface="Times New Roman" panose="02020603050405020304" pitchFamily="18" charset="0"/>
                <a:cs typeface="Times New Roman" panose="02020603050405020304" pitchFamily="18" charset="0"/>
              </a:rPr>
              <a:t>:</a:t>
            </a:r>
            <a:r>
              <a:rPr lang="en-US" sz="1700" b="0" i="0" dirty="0" smtClean="0">
                <a:solidFill>
                  <a:srgbClr val="273239"/>
                </a:solidFill>
                <a:effectLst/>
                <a:latin typeface="Times New Roman" panose="02020603050405020304" pitchFamily="18" charset="0"/>
                <a:cs typeface="Times New Roman" panose="02020603050405020304" pitchFamily="18" charset="0"/>
              </a:rPr>
              <a:t>Cluster </a:t>
            </a:r>
            <a:r>
              <a:rPr lang="en-US" sz="1700" b="0" i="0" dirty="0">
                <a:solidFill>
                  <a:srgbClr val="273239"/>
                </a:solidFill>
                <a:effectLst/>
                <a:latin typeface="Times New Roman" panose="02020603050405020304" pitchFamily="18" charset="0"/>
                <a:cs typeface="Times New Roman" panose="02020603050405020304" pitchFamily="18" charset="0"/>
              </a:rPr>
              <a:t>Computing is manageable and easy to implement.</a:t>
            </a:r>
          </a:p>
          <a:p>
            <a:pPr marL="0" indent="0" algn="just" fontAlgn="base">
              <a:buNone/>
            </a:pPr>
            <a:r>
              <a:rPr lang="en-US" sz="1700" b="1" i="0" dirty="0">
                <a:solidFill>
                  <a:srgbClr val="273239"/>
                </a:solidFill>
                <a:effectLst/>
                <a:latin typeface="Times New Roman" panose="02020603050405020304" pitchFamily="18" charset="0"/>
                <a:cs typeface="Times New Roman" panose="02020603050405020304" pitchFamily="18" charset="0"/>
              </a:rPr>
              <a:t>3. Scalable </a:t>
            </a:r>
            <a:r>
              <a:rPr lang="en-US" sz="1700" b="1" i="0" dirty="0" smtClean="0">
                <a:solidFill>
                  <a:srgbClr val="273239"/>
                </a:solidFill>
                <a:effectLst/>
                <a:latin typeface="Times New Roman" panose="02020603050405020304" pitchFamily="18" charset="0"/>
                <a:cs typeface="Times New Roman" panose="02020603050405020304" pitchFamily="18" charset="0"/>
              </a:rPr>
              <a:t>:</a:t>
            </a:r>
            <a:r>
              <a:rPr lang="en-US" sz="1700" b="0" i="0" dirty="0" smtClean="0">
                <a:solidFill>
                  <a:srgbClr val="273239"/>
                </a:solidFill>
                <a:effectLst/>
                <a:latin typeface="Times New Roman" panose="02020603050405020304" pitchFamily="18" charset="0"/>
                <a:cs typeface="Times New Roman" panose="02020603050405020304" pitchFamily="18" charset="0"/>
              </a:rPr>
              <a:t>Resources </a:t>
            </a:r>
            <a:r>
              <a:rPr lang="en-US" sz="1700" b="0" i="0" dirty="0">
                <a:solidFill>
                  <a:srgbClr val="273239"/>
                </a:solidFill>
                <a:effectLst/>
                <a:latin typeface="Times New Roman" panose="02020603050405020304" pitchFamily="18" charset="0"/>
                <a:cs typeface="Times New Roman" panose="02020603050405020304" pitchFamily="18" charset="0"/>
              </a:rPr>
              <a:t>can be added to the clusters accordingly.</a:t>
            </a:r>
          </a:p>
          <a:p>
            <a:pPr marL="0" indent="0" algn="just" fontAlgn="base">
              <a:buNone/>
            </a:pPr>
            <a:r>
              <a:rPr lang="en-US" sz="1700" b="1" i="0" dirty="0">
                <a:solidFill>
                  <a:srgbClr val="273239"/>
                </a:solidFill>
                <a:effectLst/>
                <a:latin typeface="Times New Roman" panose="02020603050405020304" pitchFamily="18" charset="0"/>
                <a:cs typeface="Times New Roman" panose="02020603050405020304" pitchFamily="18" charset="0"/>
              </a:rPr>
              <a:t>4. Expandability :</a:t>
            </a:r>
            <a:endParaRPr lang="en-US" sz="17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r>
              <a:rPr lang="en-US" sz="1700" b="0" i="0" dirty="0">
                <a:solidFill>
                  <a:srgbClr val="273239"/>
                </a:solidFill>
                <a:effectLst/>
                <a:latin typeface="Times New Roman" panose="02020603050405020304" pitchFamily="18" charset="0"/>
                <a:cs typeface="Times New Roman" panose="02020603050405020304" pitchFamily="18" charset="0"/>
              </a:rPr>
              <a:t>Computer clusters can be expanded easily by adding additional computers to the network. Cluster computing is capable of combining several additional resources or the networks to the existing computer system.</a:t>
            </a:r>
          </a:p>
          <a:p>
            <a:pPr marL="0" indent="0" algn="just" fontAlgn="base">
              <a:buNone/>
            </a:pPr>
            <a:r>
              <a:rPr lang="en-US" sz="1700" b="1" i="0" dirty="0">
                <a:solidFill>
                  <a:srgbClr val="273239"/>
                </a:solidFill>
                <a:effectLst/>
                <a:latin typeface="Times New Roman" panose="02020603050405020304" pitchFamily="18" charset="0"/>
                <a:cs typeface="Times New Roman" panose="02020603050405020304" pitchFamily="18" charset="0"/>
              </a:rPr>
              <a:t>5. Availability :</a:t>
            </a:r>
            <a:endParaRPr lang="en-US" sz="17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r>
              <a:rPr lang="en-US" sz="1700" b="0" i="0" dirty="0">
                <a:solidFill>
                  <a:srgbClr val="273239"/>
                </a:solidFill>
                <a:effectLst/>
                <a:latin typeface="Times New Roman" panose="02020603050405020304" pitchFamily="18" charset="0"/>
                <a:cs typeface="Times New Roman" panose="02020603050405020304" pitchFamily="18" charset="0"/>
              </a:rPr>
              <a:t>The other nodes will be active when one node gets failed and will function as a proxy for the failed node. This makes sure for enhanced availability.</a:t>
            </a:r>
          </a:p>
          <a:p>
            <a:pPr marL="0" indent="0" algn="just" fontAlgn="base">
              <a:buNone/>
            </a:pPr>
            <a:r>
              <a:rPr lang="en-US" sz="1700" b="1" i="0" dirty="0">
                <a:solidFill>
                  <a:srgbClr val="273239"/>
                </a:solidFill>
                <a:effectLst/>
                <a:latin typeface="Times New Roman" panose="02020603050405020304" pitchFamily="18" charset="0"/>
                <a:cs typeface="Times New Roman" panose="02020603050405020304" pitchFamily="18" charset="0"/>
              </a:rPr>
              <a:t>6. Flexibility :</a:t>
            </a:r>
            <a:endParaRPr lang="en-US" sz="17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r>
              <a:rPr lang="en-US" sz="1700" b="0" i="0" dirty="0">
                <a:solidFill>
                  <a:srgbClr val="273239"/>
                </a:solidFill>
                <a:effectLst/>
                <a:latin typeface="Times New Roman" panose="02020603050405020304" pitchFamily="18" charset="0"/>
                <a:cs typeface="Times New Roman" panose="02020603050405020304" pitchFamily="18" charset="0"/>
              </a:rPr>
              <a:t>It can be upgraded to the superior specification or additional nodes can be added.</a:t>
            </a:r>
          </a:p>
          <a:p>
            <a:pPr marL="0" indent="0" fontAlgn="base">
              <a:lnSpc>
                <a:spcPct val="150000"/>
              </a:lnSpc>
              <a:buNone/>
            </a:pPr>
            <a:r>
              <a:rPr lang="en-US" sz="1700" b="1" i="0" dirty="0">
                <a:solidFill>
                  <a:srgbClr val="273239"/>
                </a:solidFill>
                <a:effectLst/>
                <a:latin typeface="Times New Roman" panose="02020603050405020304" pitchFamily="18" charset="0"/>
                <a:cs typeface="Times New Roman" panose="02020603050405020304" pitchFamily="18" charset="0"/>
              </a:rPr>
              <a:t>Disadvantages of Cluster Computing :</a:t>
            </a:r>
            <a:r>
              <a:rPr lang="en-US" sz="1700" b="0" i="0" dirty="0">
                <a:solidFill>
                  <a:srgbClr val="273239"/>
                </a:solidFill>
                <a:effectLst/>
                <a:latin typeface="Times New Roman" panose="02020603050405020304" pitchFamily="18" charset="0"/>
                <a:cs typeface="Times New Roman" panose="02020603050405020304" pitchFamily="18" charset="0"/>
              </a:rPr>
              <a:t/>
            </a:r>
            <a:br>
              <a:rPr lang="en-US" sz="1700" b="0" i="0" dirty="0">
                <a:solidFill>
                  <a:srgbClr val="273239"/>
                </a:solidFill>
                <a:effectLst/>
                <a:latin typeface="Times New Roman" panose="02020603050405020304" pitchFamily="18" charset="0"/>
                <a:cs typeface="Times New Roman" panose="02020603050405020304" pitchFamily="18" charset="0"/>
              </a:rPr>
            </a:br>
            <a:r>
              <a:rPr lang="en-US" sz="1700" dirty="0">
                <a:solidFill>
                  <a:srgbClr val="273239"/>
                </a:solidFill>
                <a:latin typeface="Times New Roman" panose="02020603050405020304" pitchFamily="18" charset="0"/>
                <a:cs typeface="Times New Roman" panose="02020603050405020304" pitchFamily="18" charset="0"/>
              </a:rPr>
              <a:t>1.</a:t>
            </a:r>
            <a:r>
              <a:rPr lang="en-US" sz="1700" b="1" i="0" dirty="0">
                <a:solidFill>
                  <a:srgbClr val="273239"/>
                </a:solidFill>
                <a:effectLst/>
                <a:latin typeface="Times New Roman" panose="02020603050405020304" pitchFamily="18" charset="0"/>
                <a:cs typeface="Times New Roman" panose="02020603050405020304" pitchFamily="18" charset="0"/>
              </a:rPr>
              <a:t> Problem in finding fault :</a:t>
            </a:r>
            <a:r>
              <a:rPr lang="en-US" sz="1700" b="0" i="0" dirty="0">
                <a:solidFill>
                  <a:srgbClr val="273239"/>
                </a:solidFill>
                <a:effectLst/>
                <a:latin typeface="Times New Roman" panose="02020603050405020304" pitchFamily="18" charset="0"/>
                <a:cs typeface="Times New Roman" panose="02020603050405020304" pitchFamily="18" charset="0"/>
              </a:rPr>
              <a:t>It is difficult to find which component has a fault.</a:t>
            </a:r>
            <a:r>
              <a:rPr lang="en-US" sz="1700" b="1" i="0" dirty="0">
                <a:solidFill>
                  <a:srgbClr val="273239"/>
                </a:solidFill>
                <a:effectLst/>
                <a:latin typeface="Times New Roman" panose="02020603050405020304" pitchFamily="18" charset="0"/>
                <a:cs typeface="Times New Roman" panose="02020603050405020304" pitchFamily="18" charset="0"/>
              </a:rPr>
              <a:t>				</a:t>
            </a:r>
            <a:endParaRPr lang="en-US" sz="17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lnSpc>
                <a:spcPct val="150000"/>
              </a:lnSpc>
              <a:buNone/>
            </a:pPr>
            <a:r>
              <a:rPr lang="en-US" sz="1600" b="1" dirty="0">
                <a:solidFill>
                  <a:srgbClr val="273239"/>
                </a:solidFill>
                <a:latin typeface="Times New Roman" panose="02020603050405020304" pitchFamily="18" charset="0"/>
                <a:cs typeface="Times New Roman" panose="02020603050405020304" pitchFamily="18" charset="0"/>
              </a:rPr>
              <a:t>2</a:t>
            </a:r>
            <a:r>
              <a:rPr lang="en-US" sz="1600" b="1" i="0" dirty="0">
                <a:solidFill>
                  <a:srgbClr val="273239"/>
                </a:solidFill>
                <a:effectLst/>
                <a:latin typeface="Times New Roman" panose="02020603050405020304" pitchFamily="18" charset="0"/>
                <a:cs typeface="Times New Roman" panose="02020603050405020304" pitchFamily="18" charset="0"/>
              </a:rPr>
              <a:t>. More space is needed :</a:t>
            </a:r>
            <a:r>
              <a:rPr lang="en-US" sz="1600" b="0" i="0" dirty="0">
                <a:solidFill>
                  <a:srgbClr val="273239"/>
                </a:solidFill>
                <a:effectLst/>
                <a:latin typeface="Times New Roman" panose="02020603050405020304" pitchFamily="18" charset="0"/>
                <a:cs typeface="Times New Roman" panose="02020603050405020304" pitchFamily="18" charset="0"/>
              </a:rPr>
              <a:t>Infrastructure may increase as more servers are needed to manage and monitor. </a:t>
            </a:r>
          </a:p>
          <a:p>
            <a:pPr marL="0" indent="0" algn="just" fontAlgn="base">
              <a:buNone/>
            </a:pPr>
            <a:endParaRPr lang="en-US" sz="16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endParaRPr lang="en-US" sz="16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endParaRPr lang="en-US" sz="1600" b="0" i="0" dirty="0">
              <a:solidFill>
                <a:srgbClr val="273239"/>
              </a:solidFill>
              <a:effectLst/>
              <a:latin typeface="Times New Roman" panose="02020603050405020304" pitchFamily="18" charset="0"/>
              <a:cs typeface="Times New Roman" panose="02020603050405020304" pitchFamily="18" charset="0"/>
            </a:endParaRPr>
          </a:p>
          <a:p>
            <a:pPr marL="0" indent="0" algn="just" fontAlgn="base">
              <a:buNone/>
            </a:pPr>
            <a:endParaRPr lang="en-US" sz="1700"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endParaRPr lang="en-US" sz="1700" b="0" i="0" dirty="0">
              <a:solidFill>
                <a:srgbClr val="273239"/>
              </a:solidFill>
              <a:effectLst/>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6342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44801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title"/>
          </p:nvPr>
        </p:nvSpPr>
        <p:spPr>
          <a:xfrm>
            <a:off x="838200" y="1"/>
            <a:ext cx="10515600" cy="578223"/>
          </a:xfrm>
        </p:spPr>
        <p:txBody>
          <a:bodyPr>
            <a:normAutofit/>
          </a:bodyPr>
          <a:lstStyle/>
          <a:p>
            <a:pPr algn="ct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sz="half" idx="1"/>
          </p:nvPr>
        </p:nvSpPr>
        <p:spPr>
          <a:xfrm>
            <a:off x="0" y="414338"/>
            <a:ext cx="12192000" cy="6443662"/>
          </a:xfrm>
        </p:spPr>
        <p:txBody>
          <a:bodyPr>
            <a:noAutofit/>
          </a:bodyPr>
          <a:lstStyle/>
          <a:p>
            <a:pPr marL="0" indent="0" algn="l" fontAlgn="base">
              <a:buNone/>
            </a:pPr>
            <a:endParaRPr lang="en-US" sz="1750" b="1" i="0" dirty="0" smtClean="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sz="1750" b="1" i="0" dirty="0" smtClean="0">
                <a:solidFill>
                  <a:srgbClr val="273239"/>
                </a:solidFill>
                <a:effectLst/>
                <a:latin typeface="Times New Roman" panose="02020603050405020304" pitchFamily="18" charset="0"/>
                <a:cs typeface="Times New Roman" panose="02020603050405020304" pitchFamily="18" charset="0"/>
              </a:rPr>
              <a:t>GRID </a:t>
            </a:r>
            <a:r>
              <a:rPr lang="en-US" sz="1750" b="1" i="0" dirty="0">
                <a:solidFill>
                  <a:srgbClr val="273239"/>
                </a:solidFill>
                <a:effectLst/>
                <a:latin typeface="Times New Roman" panose="02020603050405020304" pitchFamily="18" charset="0"/>
                <a:cs typeface="Times New Roman" panose="02020603050405020304" pitchFamily="18" charset="0"/>
              </a:rPr>
              <a:t>COMPUTING</a:t>
            </a:r>
          </a:p>
          <a:p>
            <a:r>
              <a:rPr lang="en-US" sz="1750" b="0" i="0" dirty="0" smtClean="0">
                <a:solidFill>
                  <a:srgbClr val="191919"/>
                </a:solidFill>
                <a:effectLst/>
                <a:latin typeface="Times New Roman" panose="02020603050405020304" pitchFamily="18" charset="0"/>
                <a:cs typeface="Times New Roman" panose="02020603050405020304" pitchFamily="18" charset="0"/>
              </a:rPr>
              <a:t>Grid </a:t>
            </a:r>
            <a:r>
              <a:rPr lang="en-US" sz="1750" b="0" i="0" dirty="0">
                <a:solidFill>
                  <a:srgbClr val="191919"/>
                </a:solidFill>
                <a:effectLst/>
                <a:latin typeface="Times New Roman" panose="02020603050405020304" pitchFamily="18" charset="0"/>
                <a:cs typeface="Times New Roman" panose="02020603050405020304" pitchFamily="18" charset="0"/>
              </a:rPr>
              <a:t>computing is a form of parallel computing where large computational tasks are divided into smaller sub-tasks that can be executed simultaneously on different computers connected over a network. </a:t>
            </a:r>
          </a:p>
          <a:p>
            <a:r>
              <a:rPr lang="en-US" sz="1750" b="0" i="0" dirty="0">
                <a:solidFill>
                  <a:srgbClr val="191919"/>
                </a:solidFill>
                <a:effectLst/>
                <a:latin typeface="Times New Roman" panose="02020603050405020304" pitchFamily="18" charset="0"/>
                <a:cs typeface="Times New Roman" panose="02020603050405020304" pitchFamily="18" charset="0"/>
              </a:rPr>
              <a:t>This network can be a local area network (LAN), a wide area network (WAN), or even the internet. </a:t>
            </a:r>
          </a:p>
          <a:p>
            <a:r>
              <a:rPr lang="en-US" sz="1750" b="0" i="0" dirty="0">
                <a:solidFill>
                  <a:srgbClr val="191919"/>
                </a:solidFill>
                <a:effectLst/>
                <a:latin typeface="Times New Roman" panose="02020603050405020304" pitchFamily="18" charset="0"/>
                <a:cs typeface="Times New Roman" panose="02020603050405020304" pitchFamily="18" charset="0"/>
              </a:rPr>
              <a:t>The goal of grid computing is to increase the processing power available to users, making it possible to tackle larger and more complex computational problems.</a:t>
            </a:r>
          </a:p>
          <a:p>
            <a:pPr marL="0" indent="0" algn="l">
              <a:buNone/>
            </a:pPr>
            <a:r>
              <a:rPr lang="en-US" sz="1750" b="1" i="0" dirty="0">
                <a:effectLst/>
                <a:latin typeface="Times New Roman" panose="02020603050405020304" pitchFamily="18" charset="0"/>
                <a:cs typeface="Times New Roman" panose="02020603050405020304" pitchFamily="18" charset="0"/>
              </a:rPr>
              <a:t>How Does Grid Computing Work?</a:t>
            </a:r>
          </a:p>
          <a:p>
            <a:r>
              <a:rPr lang="en-US" sz="1750" b="0" i="0" dirty="0">
                <a:solidFill>
                  <a:srgbClr val="191919"/>
                </a:solidFill>
                <a:effectLst/>
                <a:latin typeface="Times New Roman" panose="02020603050405020304" pitchFamily="18" charset="0"/>
                <a:cs typeface="Times New Roman" panose="02020603050405020304" pitchFamily="18" charset="0"/>
              </a:rPr>
              <a:t>Grid computing is based on the idea of breaking down large computational tasks into smaller subtasks that can be executed in </a:t>
            </a:r>
            <a:r>
              <a:rPr lang="en-US" sz="1750" b="0" i="0" dirty="0" err="1" smtClean="0">
                <a:solidFill>
                  <a:srgbClr val="191919"/>
                </a:solidFill>
                <a:effectLst/>
                <a:latin typeface="Times New Roman" panose="02020603050405020304" pitchFamily="18" charset="0"/>
                <a:cs typeface="Times New Roman" panose="02020603050405020304" pitchFamily="18" charset="0"/>
              </a:rPr>
              <a:t>parallel.Each</a:t>
            </a:r>
            <a:r>
              <a:rPr lang="en-US" sz="1750" b="0" i="0" dirty="0" smtClean="0">
                <a:solidFill>
                  <a:srgbClr val="191919"/>
                </a:solidFill>
                <a:effectLst/>
                <a:latin typeface="Times New Roman" panose="02020603050405020304" pitchFamily="18" charset="0"/>
                <a:cs typeface="Times New Roman" panose="02020603050405020304" pitchFamily="18" charset="0"/>
              </a:rPr>
              <a:t> </a:t>
            </a:r>
            <a:r>
              <a:rPr lang="en-US" sz="1750" b="0" i="0" dirty="0">
                <a:solidFill>
                  <a:srgbClr val="191919"/>
                </a:solidFill>
                <a:effectLst/>
                <a:latin typeface="Times New Roman" panose="02020603050405020304" pitchFamily="18" charset="0"/>
                <a:cs typeface="Times New Roman" panose="02020603050405020304" pitchFamily="18" charset="0"/>
              </a:rPr>
              <a:t>computer in the grid contributes its processing power to the overall effort. </a:t>
            </a:r>
          </a:p>
          <a:p>
            <a:r>
              <a:rPr lang="en-US" sz="1750" b="0" i="0" dirty="0">
                <a:solidFill>
                  <a:srgbClr val="191919"/>
                </a:solidFill>
                <a:effectLst/>
                <a:latin typeface="Times New Roman" panose="02020603050405020304" pitchFamily="18" charset="0"/>
                <a:cs typeface="Times New Roman" panose="02020603050405020304" pitchFamily="18" charset="0"/>
              </a:rPr>
              <a:t>When a user submits a job to the grid, the task is divided into smaller subtasks and each subtask is sent to a different computer for processing. </a:t>
            </a:r>
          </a:p>
          <a:p>
            <a:r>
              <a:rPr lang="en-US" sz="1750" b="0" i="0" dirty="0">
                <a:solidFill>
                  <a:srgbClr val="191919"/>
                </a:solidFill>
                <a:effectLst/>
                <a:latin typeface="Times New Roman" panose="02020603050405020304" pitchFamily="18" charset="0"/>
                <a:cs typeface="Times New Roman" panose="02020603050405020304" pitchFamily="18" charset="0"/>
              </a:rPr>
              <a:t>The results from each computer are then combined to produce the final result.</a:t>
            </a:r>
          </a:p>
          <a:p>
            <a:pPr marL="0" indent="0" algn="l">
              <a:buNone/>
            </a:pPr>
            <a:r>
              <a:rPr lang="en-US" sz="1750" b="1" i="0" dirty="0">
                <a:effectLst/>
                <a:latin typeface="Times New Roman" panose="02020603050405020304" pitchFamily="18" charset="0"/>
                <a:cs typeface="Times New Roman" panose="02020603050405020304" pitchFamily="18" charset="0"/>
              </a:rPr>
              <a:t>Benefits of Grid Computing</a:t>
            </a:r>
          </a:p>
          <a:p>
            <a:r>
              <a:rPr lang="en-US" sz="1750" b="0" i="0" dirty="0">
                <a:solidFill>
                  <a:srgbClr val="191919"/>
                </a:solidFill>
                <a:effectLst/>
                <a:latin typeface="Times New Roman" panose="02020603050405020304" pitchFamily="18" charset="0"/>
                <a:cs typeface="Times New Roman" panose="02020603050405020304" pitchFamily="18" charset="0"/>
              </a:rPr>
              <a:t>There are many benefits to using grid computing, including increased processing power, improved resource utilization, and reduced costs.</a:t>
            </a:r>
          </a:p>
          <a:p>
            <a:r>
              <a:rPr lang="en-US" sz="1750" b="0" i="0" dirty="0">
                <a:solidFill>
                  <a:srgbClr val="191919"/>
                </a:solidFill>
                <a:effectLst/>
                <a:latin typeface="Times New Roman" panose="02020603050405020304" pitchFamily="18" charset="0"/>
                <a:cs typeface="Times New Roman" panose="02020603050405020304" pitchFamily="18" charset="0"/>
              </a:rPr>
              <a:t>By tapping into the power of multiple computers, grid computing makes it possible to tackle larger and more complex computational problems.</a:t>
            </a:r>
          </a:p>
          <a:p>
            <a:r>
              <a:rPr lang="en-US" sz="1750" b="0" i="0" dirty="0">
                <a:solidFill>
                  <a:srgbClr val="191919"/>
                </a:solidFill>
                <a:effectLst/>
                <a:latin typeface="Times New Roman" panose="02020603050405020304" pitchFamily="18" charset="0"/>
                <a:cs typeface="Times New Roman" panose="02020603050405020304" pitchFamily="18" charset="0"/>
              </a:rPr>
              <a:t> It also allows organizations to share computing resources, reducing the need for each organization to invest in expensive hardware and software.</a:t>
            </a:r>
          </a:p>
          <a:p>
            <a:pPr marL="0" indent="0" algn="l">
              <a:buNone/>
            </a:pPr>
            <a:endParaRPr lang="en-US" sz="1750" b="0" i="0" dirty="0">
              <a:solidFill>
                <a:srgbClr val="191919"/>
              </a:solidFill>
              <a:effectLst/>
              <a:latin typeface="Times New Roman" panose="02020603050405020304" pitchFamily="18" charset="0"/>
              <a:cs typeface="Times New Roman" panose="02020603050405020304" pitchFamily="18" charset="0"/>
            </a:endParaRPr>
          </a:p>
          <a:p>
            <a:pPr marL="0" indent="0" algn="l">
              <a:buNone/>
            </a:pPr>
            <a:endParaRPr lang="en-US" sz="1750" b="0" i="0" dirty="0">
              <a:solidFill>
                <a:srgbClr val="191919"/>
              </a:solidFill>
              <a:effectLst/>
              <a:latin typeface="Times New Roman" panose="02020603050405020304" pitchFamily="18" charset="0"/>
              <a:cs typeface="Times New Roman" panose="02020603050405020304" pitchFamily="18" charset="0"/>
            </a:endParaRPr>
          </a:p>
          <a:p>
            <a:pPr marL="0" indent="0" algn="l" fontAlgn="base">
              <a:buNone/>
            </a:pPr>
            <a:endParaRPr lang="en-US" sz="1750" b="1"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endParaRPr lang="en-US" sz="1750" b="1" i="0" dirty="0">
              <a:solidFill>
                <a:srgbClr val="273239"/>
              </a:solidFill>
              <a:effectLst/>
              <a:latin typeface="Times New Roman" panose="02020603050405020304" pitchFamily="18" charset="0"/>
              <a:cs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63425"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82738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title"/>
          </p:nvPr>
        </p:nvSpPr>
        <p:spPr>
          <a:xfrm>
            <a:off x="838200" y="1"/>
            <a:ext cx="10515600" cy="578223"/>
          </a:xfrm>
        </p:spPr>
        <p:txBody>
          <a:bodyPr>
            <a:normAutofit/>
          </a:bodyPr>
          <a:lstStyle/>
          <a:p>
            <a:pPr algn="ct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sz="half" idx="1"/>
          </p:nvPr>
        </p:nvSpPr>
        <p:spPr>
          <a:xfrm>
            <a:off x="0" y="414338"/>
            <a:ext cx="12192000" cy="6336086"/>
          </a:xfrm>
        </p:spPr>
        <p:txBody>
          <a:bodyPr>
            <a:noAutofit/>
          </a:bodyPr>
          <a:lstStyle/>
          <a:p>
            <a:pPr marL="0" indent="0" fontAlgn="base">
              <a:buNone/>
            </a:pPr>
            <a:endParaRPr lang="en-IN" sz="1600" b="1" i="0" dirty="0" smtClean="0">
              <a:effectLst/>
              <a:latin typeface="Times New Roman" panose="02020603050405020304" pitchFamily="18" charset="0"/>
              <a:cs typeface="Times New Roman" panose="02020603050405020304" pitchFamily="18" charset="0"/>
            </a:endParaRPr>
          </a:p>
          <a:p>
            <a:pPr marL="0" indent="0" fontAlgn="base">
              <a:buNone/>
            </a:pPr>
            <a:endParaRPr lang="en-IN" sz="1600" b="1" i="0" dirty="0" smtClean="0">
              <a:effectLst/>
              <a:latin typeface="Times New Roman" panose="02020603050405020304" pitchFamily="18" charset="0"/>
              <a:cs typeface="Times New Roman" panose="02020603050405020304" pitchFamily="18" charset="0"/>
            </a:endParaRPr>
          </a:p>
          <a:p>
            <a:pPr marL="0" indent="0" fontAlgn="base">
              <a:buNone/>
            </a:pPr>
            <a:r>
              <a:rPr lang="en-IN" sz="1600" b="1" i="0" dirty="0" smtClean="0">
                <a:effectLst/>
                <a:latin typeface="Times New Roman" panose="02020603050405020304" pitchFamily="18" charset="0"/>
                <a:cs typeface="Times New Roman" panose="02020603050405020304" pitchFamily="18" charset="0"/>
              </a:rPr>
              <a:t>Applications </a:t>
            </a:r>
            <a:r>
              <a:rPr lang="en-IN" sz="1600" b="1" i="0" dirty="0">
                <a:effectLst/>
                <a:latin typeface="Times New Roman" panose="02020603050405020304" pitchFamily="18" charset="0"/>
                <a:cs typeface="Times New Roman" panose="02020603050405020304" pitchFamily="18" charset="0"/>
              </a:rPr>
              <a:t>of Grid Computing</a:t>
            </a:r>
          </a:p>
          <a:p>
            <a:pPr marL="0" indent="0" algn="l">
              <a:buNone/>
            </a:pPr>
            <a:r>
              <a:rPr lang="en-US" sz="1600" b="1" i="0" dirty="0">
                <a:solidFill>
                  <a:srgbClr val="191919"/>
                </a:solidFill>
                <a:effectLst/>
                <a:latin typeface="Times New Roman" panose="02020603050405020304" pitchFamily="18" charset="0"/>
                <a:cs typeface="Times New Roman" panose="02020603050405020304" pitchFamily="18" charset="0"/>
              </a:rPr>
              <a:t>Healthcare</a:t>
            </a:r>
          </a:p>
          <a:p>
            <a:pPr marL="0" indent="0" algn="l">
              <a:buNone/>
            </a:pPr>
            <a:r>
              <a:rPr lang="en-US" sz="1600" b="0" i="0" dirty="0">
                <a:solidFill>
                  <a:srgbClr val="191919"/>
                </a:solidFill>
                <a:effectLst/>
                <a:latin typeface="Times New Roman" panose="02020603050405020304" pitchFamily="18" charset="0"/>
                <a:cs typeface="Times New Roman" panose="02020603050405020304" pitchFamily="18" charset="0"/>
              </a:rPr>
              <a:t>Grid computing is being increasingly used in the healthcare industry to store and analyze massive amounts of patient data. This can be used to develop personalized medicine, improve medical research, or even help with disease outbreak detection and management</a:t>
            </a:r>
            <a:r>
              <a:rPr lang="en-US" sz="1600" b="0" i="0" dirty="0" smtClean="0">
                <a:solidFill>
                  <a:srgbClr val="191919"/>
                </a:solidFill>
                <a:effectLst/>
                <a:latin typeface="Times New Roman" panose="02020603050405020304" pitchFamily="18" charset="0"/>
                <a:cs typeface="Times New Roman" panose="02020603050405020304" pitchFamily="18" charset="0"/>
              </a:rPr>
              <a:t>.</a:t>
            </a:r>
            <a:endParaRPr lang="en-US" sz="1600" b="1" i="0" dirty="0" smtClean="0">
              <a:solidFill>
                <a:srgbClr val="191919"/>
              </a:solidFill>
              <a:effectLst/>
              <a:latin typeface="Times New Roman" panose="02020603050405020304" pitchFamily="18" charset="0"/>
              <a:cs typeface="Times New Roman" panose="02020603050405020304" pitchFamily="18" charset="0"/>
            </a:endParaRPr>
          </a:p>
          <a:p>
            <a:pPr marL="0" indent="0" algn="l">
              <a:buNone/>
            </a:pPr>
            <a:r>
              <a:rPr lang="en-US" sz="1600" b="1" i="0" dirty="0" smtClean="0">
                <a:solidFill>
                  <a:srgbClr val="191919"/>
                </a:solidFill>
                <a:effectLst/>
                <a:latin typeface="Times New Roman" panose="02020603050405020304" pitchFamily="18" charset="0"/>
                <a:cs typeface="Times New Roman" panose="02020603050405020304" pitchFamily="18" charset="0"/>
              </a:rPr>
              <a:t>Weather </a:t>
            </a:r>
            <a:r>
              <a:rPr lang="en-US" sz="1600" b="1" i="0" dirty="0">
                <a:solidFill>
                  <a:srgbClr val="191919"/>
                </a:solidFill>
                <a:effectLst/>
                <a:latin typeface="Times New Roman" panose="02020603050405020304" pitchFamily="18" charset="0"/>
                <a:cs typeface="Times New Roman" panose="02020603050405020304" pitchFamily="18" charset="0"/>
              </a:rPr>
              <a:t>Forecasting</a:t>
            </a:r>
          </a:p>
          <a:p>
            <a:pPr marL="0" indent="0" algn="l">
              <a:buNone/>
            </a:pPr>
            <a:r>
              <a:rPr lang="en-US" sz="1600" b="0" i="0" dirty="0">
                <a:solidFill>
                  <a:srgbClr val="191919"/>
                </a:solidFill>
                <a:effectLst/>
                <a:latin typeface="Times New Roman" panose="02020603050405020304" pitchFamily="18" charset="0"/>
                <a:cs typeface="Times New Roman" panose="02020603050405020304" pitchFamily="18" charset="0"/>
              </a:rPr>
              <a:t>Weather forecasting requires massive amounts of data and computing resources to analyze and model weather patterns. Grid computing can be used to process the vast amounts of data generated by weather sensors and satellites in real-time to make more accurate weather predictions.</a:t>
            </a:r>
          </a:p>
          <a:p>
            <a:pPr marL="0" indent="0" algn="l">
              <a:buNone/>
            </a:pPr>
            <a:endParaRPr lang="en-US" sz="1600" b="0" i="0" dirty="0">
              <a:solidFill>
                <a:srgbClr val="191919"/>
              </a:solidFill>
              <a:effectLst/>
              <a:latin typeface="Times New Roman" panose="02020603050405020304" pitchFamily="18" charset="0"/>
              <a:cs typeface="Times New Roman" panose="02020603050405020304" pitchFamily="18" charset="0"/>
            </a:endParaRPr>
          </a:p>
          <a:p>
            <a:pPr marL="0" indent="0" algn="l">
              <a:buNone/>
            </a:pPr>
            <a:endParaRPr lang="en-US" sz="1600" b="0" i="0" dirty="0">
              <a:solidFill>
                <a:srgbClr val="191919"/>
              </a:solidFill>
              <a:effectLst/>
              <a:latin typeface="Times New Roman" panose="02020603050405020304" pitchFamily="18" charset="0"/>
              <a:cs typeface="Times New Roman" panose="02020603050405020304" pitchFamily="18" charset="0"/>
            </a:endParaRPr>
          </a:p>
          <a:p>
            <a:pPr marL="0" indent="0" algn="l" fontAlgn="base">
              <a:buNone/>
            </a:pPr>
            <a:endParaRPr lang="en-US" sz="1600" b="1" i="0" dirty="0">
              <a:solidFill>
                <a:srgbClr val="273239"/>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1C827B0F-EFE0-1646-C135-CF84AC3E4DA5}"/>
              </a:ext>
            </a:extLst>
          </p:cNvPr>
          <p:cNvPicPr>
            <a:picLocks noChangeAspect="1"/>
          </p:cNvPicPr>
          <p:nvPr/>
        </p:nvPicPr>
        <p:blipFill>
          <a:blip r:embed="rId2"/>
          <a:stretch>
            <a:fillRect/>
          </a:stretch>
        </p:blipFill>
        <p:spPr>
          <a:xfrm>
            <a:off x="1952625" y="3343274"/>
            <a:ext cx="7477125" cy="3267075"/>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63425"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63834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title"/>
          </p:nvPr>
        </p:nvSpPr>
        <p:spPr>
          <a:xfrm>
            <a:off x="838200" y="1"/>
            <a:ext cx="10515600" cy="578223"/>
          </a:xfrm>
        </p:spPr>
        <p:txBody>
          <a:bodyPr>
            <a:normAutofit/>
          </a:bodyPr>
          <a:lstStyle/>
          <a:p>
            <a:pPr algn="ct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sz="half" idx="1"/>
          </p:nvPr>
        </p:nvSpPr>
        <p:spPr>
          <a:xfrm>
            <a:off x="0" y="820271"/>
            <a:ext cx="12192000" cy="5634318"/>
          </a:xfrm>
        </p:spPr>
        <p:txBody>
          <a:bodyPr>
            <a:noAutofit/>
          </a:bodyPr>
          <a:lstStyle/>
          <a:p>
            <a:pPr marL="0" indent="0" algn="l">
              <a:buNone/>
            </a:pPr>
            <a:endParaRPr lang="en-US" sz="1800" b="1" dirty="0" smtClean="0">
              <a:solidFill>
                <a:srgbClr val="191919"/>
              </a:solidFill>
              <a:latin typeface="Times New Roman" panose="02020603050405020304" pitchFamily="18" charset="0"/>
              <a:cs typeface="Times New Roman" panose="02020603050405020304" pitchFamily="18" charset="0"/>
            </a:endParaRPr>
          </a:p>
          <a:p>
            <a:pPr marL="0" indent="0" algn="l">
              <a:buNone/>
            </a:pPr>
            <a:r>
              <a:rPr lang="en-US" sz="1800" b="1" dirty="0" smtClean="0">
                <a:solidFill>
                  <a:srgbClr val="191919"/>
                </a:solidFill>
                <a:latin typeface="Times New Roman" panose="02020603050405020304" pitchFamily="18" charset="0"/>
                <a:cs typeface="Times New Roman" panose="02020603050405020304" pitchFamily="18" charset="0"/>
              </a:rPr>
              <a:t>Middleware</a:t>
            </a:r>
            <a:r>
              <a:rPr lang="en-US" sz="1800" b="1" dirty="0">
                <a:solidFill>
                  <a:srgbClr val="191919"/>
                </a:solidFill>
                <a:latin typeface="Times New Roman" panose="02020603050405020304" pitchFamily="18" charset="0"/>
                <a:cs typeface="Times New Roman" panose="02020603050405020304" pitchFamily="18" charset="0"/>
              </a:rPr>
              <a:t>:</a:t>
            </a:r>
          </a:p>
          <a:p>
            <a:pPr marL="0" indent="0" algn="l">
              <a:buNone/>
            </a:pPr>
            <a:r>
              <a:rPr lang="en-US" sz="1800" b="0" i="0" dirty="0">
                <a:solidFill>
                  <a:srgbClr val="202124"/>
                </a:solidFill>
                <a:effectLst/>
                <a:latin typeface="Times New Roman" panose="02020603050405020304" pitchFamily="18" charset="0"/>
                <a:cs typeface="Times New Roman" panose="02020603050405020304" pitchFamily="18" charset="0"/>
              </a:rPr>
              <a:t>Middleware is </a:t>
            </a:r>
            <a:r>
              <a:rPr lang="en-US" sz="1800" b="0" i="0" dirty="0">
                <a:solidFill>
                  <a:srgbClr val="040C28"/>
                </a:solidFill>
                <a:effectLst/>
                <a:latin typeface="Times New Roman" panose="02020603050405020304" pitchFamily="18" charset="0"/>
                <a:cs typeface="Times New Roman" panose="02020603050405020304" pitchFamily="18" charset="0"/>
              </a:rPr>
              <a:t>software that lies between an operating system and the applications running on it</a:t>
            </a:r>
            <a:r>
              <a:rPr lang="en-US" sz="1800" b="0" i="0" dirty="0">
                <a:solidFill>
                  <a:srgbClr val="202124"/>
                </a:solidFill>
                <a:effectLst/>
                <a:latin typeface="Times New Roman" panose="02020603050405020304" pitchFamily="18" charset="0"/>
                <a:cs typeface="Times New Roman" panose="02020603050405020304" pitchFamily="18" charset="0"/>
              </a:rPr>
              <a:t>. Essentially functioning as hidden translation layer, middleware enables communication and data management for distributed applications.</a:t>
            </a:r>
          </a:p>
          <a:p>
            <a:pPr marL="0" indent="0" algn="l">
              <a:buNone/>
            </a:pPr>
            <a:endParaRPr lang="en-US" sz="1800" b="0" i="0" dirty="0">
              <a:solidFill>
                <a:srgbClr val="191919"/>
              </a:solidFill>
              <a:effectLst/>
              <a:latin typeface="Times New Roman" panose="02020603050405020304" pitchFamily="18" charset="0"/>
              <a:cs typeface="Times New Roman" panose="02020603050405020304" pitchFamily="18" charset="0"/>
            </a:endParaRPr>
          </a:p>
          <a:p>
            <a:pPr algn="l" fontAlgn="base"/>
            <a:r>
              <a:rPr lang="en-US" sz="1800" b="1" i="0" dirty="0">
                <a:solidFill>
                  <a:srgbClr val="080809"/>
                </a:solidFill>
                <a:effectLst/>
                <a:latin typeface="Times New Roman" panose="02020603050405020304" pitchFamily="18" charset="0"/>
                <a:cs typeface="Times New Roman" panose="02020603050405020304" pitchFamily="18" charset="0"/>
              </a:rPr>
              <a:t>Grid computing </a:t>
            </a:r>
            <a:r>
              <a:rPr lang="en-US" sz="1800" b="0" i="0" dirty="0">
                <a:solidFill>
                  <a:srgbClr val="080809"/>
                </a:solidFill>
                <a:effectLst/>
                <a:latin typeface="Times New Roman" panose="02020603050405020304" pitchFamily="18" charset="0"/>
                <a:cs typeface="Times New Roman" panose="02020603050405020304" pitchFamily="18" charset="0"/>
              </a:rPr>
              <a:t>operates by running specialized software on every computer involved in the grid network. The software coordinates and manages all the tasks of the grid. </a:t>
            </a:r>
          </a:p>
          <a:p>
            <a:pPr algn="l" fontAlgn="base"/>
            <a:r>
              <a:rPr lang="en-US" sz="1800" b="0" i="0" dirty="0">
                <a:solidFill>
                  <a:srgbClr val="080809"/>
                </a:solidFill>
                <a:effectLst/>
                <a:latin typeface="Times New Roman" panose="02020603050405020304" pitchFamily="18" charset="0"/>
                <a:cs typeface="Times New Roman" panose="02020603050405020304" pitchFamily="18" charset="0"/>
              </a:rPr>
              <a:t>Fundamentally, the software segregates the main task into subtasks and assigns the subtasks to each computer. This allows all the computers to work simultaneously on their respective subtasks. </a:t>
            </a:r>
          </a:p>
          <a:p>
            <a:pPr algn="l" fontAlgn="base"/>
            <a:r>
              <a:rPr lang="en-US" sz="1800" b="0" i="0" dirty="0">
                <a:solidFill>
                  <a:srgbClr val="080809"/>
                </a:solidFill>
                <a:effectLst/>
                <a:latin typeface="Times New Roman" panose="02020603050405020304" pitchFamily="18" charset="0"/>
                <a:cs typeface="Times New Roman" panose="02020603050405020304" pitchFamily="18" charset="0"/>
              </a:rPr>
              <a:t>Upon completion of the subtasks, the outputs of all computers are aggregated to complete the larger main task</a:t>
            </a:r>
            <a:r>
              <a:rPr lang="en-US" sz="1800" b="0" i="0" dirty="0" smtClean="0">
                <a:solidFill>
                  <a:srgbClr val="080809"/>
                </a:solidFill>
                <a:effectLst/>
                <a:latin typeface="Times New Roman" panose="02020603050405020304" pitchFamily="18" charset="0"/>
                <a:cs typeface="Times New Roman" panose="02020603050405020304" pitchFamily="18" charset="0"/>
              </a:rPr>
              <a:t>.</a:t>
            </a:r>
            <a:endParaRPr lang="en-US" sz="1800" b="0" i="0" dirty="0">
              <a:solidFill>
                <a:srgbClr val="080809"/>
              </a:solidFill>
              <a:effectLst/>
              <a:latin typeface="Times New Roman" panose="02020603050405020304" pitchFamily="18" charset="0"/>
              <a:cs typeface="Times New Roman" panose="02020603050405020304" pitchFamily="18" charset="0"/>
            </a:endParaRPr>
          </a:p>
          <a:p>
            <a:pPr algn="l" fontAlgn="base"/>
            <a:r>
              <a:rPr lang="en-US" sz="1800" b="0" i="0" dirty="0">
                <a:solidFill>
                  <a:srgbClr val="080809"/>
                </a:solidFill>
                <a:effectLst/>
                <a:latin typeface="Times New Roman" panose="02020603050405020304" pitchFamily="18" charset="0"/>
                <a:cs typeface="Times New Roman" panose="02020603050405020304" pitchFamily="18" charset="0"/>
              </a:rPr>
              <a:t>The software allows computers to communicate and share information on the portion of the subtasks being carried out. As a result, the computers can consolidate and deliver a combined output for the assigned main task.</a:t>
            </a:r>
          </a:p>
          <a:p>
            <a:pPr algn="l" fontAlgn="base"/>
            <a:r>
              <a:rPr lang="en-US" sz="1800" b="0" i="0" dirty="0">
                <a:solidFill>
                  <a:srgbClr val="080809"/>
                </a:solidFill>
                <a:effectLst/>
                <a:latin typeface="Times New Roman" panose="02020603050405020304" pitchFamily="18" charset="0"/>
                <a:cs typeface="Times New Roman" panose="02020603050405020304" pitchFamily="18" charset="0"/>
              </a:rPr>
              <a:t>Grid computing can be viewed as a subset of </a:t>
            </a:r>
            <a:r>
              <a:rPr lang="en-US" sz="1800" b="0" i="0" dirty="0">
                <a:effectLst/>
                <a:latin typeface="Times New Roman" panose="02020603050405020304" pitchFamily="18" charset="0"/>
                <a:cs typeface="Times New Roman" panose="02020603050405020304" pitchFamily="18" charset="0"/>
              </a:rPr>
              <a:t>distributed computing, </a:t>
            </a:r>
            <a:r>
              <a:rPr lang="en-US" sz="1800" b="0" i="0" dirty="0">
                <a:solidFill>
                  <a:srgbClr val="080809"/>
                </a:solidFill>
                <a:effectLst/>
                <a:latin typeface="Times New Roman" panose="02020603050405020304" pitchFamily="18" charset="0"/>
                <a:cs typeface="Times New Roman" panose="02020603050405020304" pitchFamily="18" charset="0"/>
              </a:rPr>
              <a:t>where a virtual supercomputer integrates the resources of several independent computers that are distributed across geographies. </a:t>
            </a:r>
          </a:p>
          <a:p>
            <a:pPr algn="l" fontAlgn="base"/>
            <a:r>
              <a:rPr lang="en-US" sz="1800" b="0" i="0" dirty="0">
                <a:solidFill>
                  <a:srgbClr val="080809"/>
                </a:solidFill>
                <a:effectLst/>
                <a:latin typeface="Times New Roman" panose="02020603050405020304" pitchFamily="18" charset="0"/>
                <a:cs typeface="Times New Roman" panose="02020603050405020304" pitchFamily="18" charset="0"/>
              </a:rPr>
              <a:t>Computers participating in a grid contribute resources such as processing power, network bandwidth, and storage capacity to perform operations requiring high computational power. The overall grid architecture looks like a single computing entity.</a:t>
            </a:r>
          </a:p>
          <a:p>
            <a:pPr marL="0" indent="0" algn="l" fontAlgn="base">
              <a:buNone/>
            </a:pPr>
            <a:endParaRPr lang="en-US" sz="1800" b="1" i="0" dirty="0">
              <a:solidFill>
                <a:srgbClr val="273239"/>
              </a:solidFill>
              <a:effectLst/>
              <a:latin typeface="Times New Roman" panose="02020603050405020304" pitchFamily="18" charset="0"/>
              <a:cs typeface="Times New Roman" panose="0202060305040502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634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89643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title"/>
          </p:nvPr>
        </p:nvSpPr>
        <p:spPr>
          <a:xfrm>
            <a:off x="838200" y="1"/>
            <a:ext cx="10515600" cy="578223"/>
          </a:xfrm>
        </p:spPr>
        <p:txBody>
          <a:bodyPr>
            <a:normAutofit/>
          </a:bodyPr>
          <a:lstStyle/>
          <a:p>
            <a:pPr algn="ct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sz="half" idx="1"/>
          </p:nvPr>
        </p:nvSpPr>
        <p:spPr>
          <a:xfrm>
            <a:off x="0" y="1000125"/>
            <a:ext cx="12192000" cy="5750298"/>
          </a:xfrm>
        </p:spPr>
        <p:txBody>
          <a:bodyPr>
            <a:noAutofit/>
          </a:bodyPr>
          <a:lstStyle/>
          <a:p>
            <a:pPr marL="0" indent="0" algn="l" fontAlgn="base">
              <a:buNone/>
            </a:pPr>
            <a:endParaRPr lang="en-US" sz="1600" b="0" i="0" dirty="0" smtClean="0">
              <a:solidFill>
                <a:srgbClr val="080809"/>
              </a:solidFill>
              <a:effectLst/>
              <a:latin typeface="PT Serif" panose="020A0603040505020204" pitchFamily="18" charset="0"/>
            </a:endParaRPr>
          </a:p>
          <a:p>
            <a:pPr marL="0" indent="0" algn="l" fontAlgn="base">
              <a:buNone/>
            </a:pPr>
            <a:r>
              <a:rPr lang="en-US" sz="1600" b="0" i="0" dirty="0" smtClean="0">
                <a:solidFill>
                  <a:srgbClr val="080809"/>
                </a:solidFill>
                <a:effectLst/>
                <a:latin typeface="PT Serif" panose="020A0603040505020204" pitchFamily="18" charset="0"/>
              </a:rPr>
              <a:t>In </a:t>
            </a:r>
            <a:r>
              <a:rPr lang="en-US" sz="1600" b="0" i="0" dirty="0">
                <a:solidFill>
                  <a:srgbClr val="080809"/>
                </a:solidFill>
                <a:effectLst/>
                <a:latin typeface="PT Serif" panose="020A0603040505020204" pitchFamily="18" charset="0"/>
              </a:rPr>
              <a:t>grid computing, each computing task is broken into small fragments and distributed across computing nodes for efficient execution. Each fragment is processed in parallel, and, as a result, a complex task is accomplished in less time. Let’s consider this equation:</a:t>
            </a:r>
          </a:p>
          <a:p>
            <a:pPr marL="0" indent="0" algn="l" fontAlgn="base">
              <a:buNone/>
            </a:pPr>
            <a:r>
              <a:rPr lang="en-US" sz="1600" b="0" i="0" dirty="0">
                <a:solidFill>
                  <a:srgbClr val="080809"/>
                </a:solidFill>
                <a:effectLst/>
                <a:latin typeface="PT Serif" panose="020A0603040505020204" pitchFamily="18" charset="0"/>
              </a:rPr>
              <a:t>X = (4 x 7) + (3 x 9) + (2 x 5)</a:t>
            </a:r>
          </a:p>
          <a:p>
            <a:pPr marL="0" indent="0" algn="l" fontAlgn="base">
              <a:buNone/>
            </a:pPr>
            <a:r>
              <a:rPr lang="en-US" sz="1600" b="0" i="0" dirty="0">
                <a:solidFill>
                  <a:srgbClr val="080809"/>
                </a:solidFill>
                <a:effectLst/>
                <a:latin typeface="PT Serif" panose="020A0603040505020204" pitchFamily="18" charset="0"/>
              </a:rPr>
              <a:t>Typically, on a desktop computer, the steps needed here to calculate the value of X may look like this:</a:t>
            </a:r>
          </a:p>
          <a:p>
            <a:pPr marL="0" indent="0" algn="l" fontAlgn="base">
              <a:buNone/>
            </a:pPr>
            <a:r>
              <a:rPr lang="en-US" sz="1600" b="0" i="0" dirty="0">
                <a:solidFill>
                  <a:srgbClr val="0D0D0D"/>
                </a:solidFill>
                <a:effectLst/>
                <a:latin typeface="PT Serif" panose="020A0603040505020204" pitchFamily="18" charset="0"/>
              </a:rPr>
              <a:t>Step 1: X = 28 + (3 x 9) + (2 x 5)</a:t>
            </a:r>
          </a:p>
          <a:p>
            <a:pPr marL="0" indent="0" algn="l" fontAlgn="base">
              <a:buNone/>
            </a:pPr>
            <a:r>
              <a:rPr lang="en-US" sz="1600" b="0" i="0" dirty="0">
                <a:solidFill>
                  <a:srgbClr val="0D0D0D"/>
                </a:solidFill>
                <a:effectLst/>
                <a:latin typeface="PT Serif" panose="020A0603040505020204" pitchFamily="18" charset="0"/>
              </a:rPr>
              <a:t>Step 2: X = 28 + 27 + (2 x 5)</a:t>
            </a:r>
          </a:p>
          <a:p>
            <a:pPr marL="0" indent="0" algn="l" fontAlgn="base">
              <a:buNone/>
            </a:pPr>
            <a:r>
              <a:rPr lang="en-US" sz="1600" b="0" i="0" dirty="0">
                <a:solidFill>
                  <a:srgbClr val="0D0D0D"/>
                </a:solidFill>
                <a:effectLst/>
                <a:latin typeface="PT Serif" panose="020A0603040505020204" pitchFamily="18" charset="0"/>
              </a:rPr>
              <a:t>Step 3: X = 28 + 27 + </a:t>
            </a:r>
            <a:r>
              <a:rPr lang="en-US" sz="1600" b="0" i="0" dirty="0" smtClean="0">
                <a:solidFill>
                  <a:srgbClr val="0D0D0D"/>
                </a:solidFill>
                <a:effectLst/>
                <a:latin typeface="PT Serif" panose="020A0603040505020204" pitchFamily="18" charset="0"/>
              </a:rPr>
              <a:t>10</a:t>
            </a:r>
            <a:endParaRPr lang="en-US" sz="1600" b="0" i="0" dirty="0">
              <a:solidFill>
                <a:srgbClr val="0D0D0D"/>
              </a:solidFill>
              <a:effectLst/>
              <a:latin typeface="PT Serif" panose="020A0603040505020204" pitchFamily="18" charset="0"/>
            </a:endParaRPr>
          </a:p>
          <a:p>
            <a:pPr marL="0" indent="0" algn="l" fontAlgn="base">
              <a:buNone/>
            </a:pPr>
            <a:r>
              <a:rPr lang="en-US" sz="1600" b="0" i="0" dirty="0">
                <a:solidFill>
                  <a:srgbClr val="0D0D0D"/>
                </a:solidFill>
                <a:effectLst/>
                <a:latin typeface="PT Serif" panose="020A0603040505020204" pitchFamily="18" charset="0"/>
              </a:rPr>
              <a:t>Step 4: X = 65</a:t>
            </a:r>
          </a:p>
          <a:p>
            <a:pPr marL="0" indent="0" algn="l" fontAlgn="base">
              <a:buNone/>
            </a:pPr>
            <a:r>
              <a:rPr lang="en-US" sz="1600" b="0" i="0" dirty="0">
                <a:solidFill>
                  <a:srgbClr val="080809"/>
                </a:solidFill>
                <a:effectLst/>
                <a:latin typeface="PT Serif" panose="020A0603040505020204" pitchFamily="18" charset="0"/>
              </a:rPr>
              <a:t>However, in a grid computing setup, the steps are different as three processors or computers calculate different pieces of the equation separately and combine them later. The steps look like this:</a:t>
            </a:r>
          </a:p>
          <a:p>
            <a:pPr marL="0" indent="0" algn="l" fontAlgn="base">
              <a:buNone/>
            </a:pPr>
            <a:r>
              <a:rPr lang="en-US" sz="1600" b="0" i="0" dirty="0">
                <a:solidFill>
                  <a:srgbClr val="0D0D0D"/>
                </a:solidFill>
                <a:effectLst/>
                <a:latin typeface="PT Serif" panose="020A0603040505020204" pitchFamily="18" charset="0"/>
              </a:rPr>
              <a:t>Step 1: X = 28 + 27 + 10</a:t>
            </a:r>
          </a:p>
          <a:p>
            <a:pPr marL="0" indent="0" algn="l" fontAlgn="base">
              <a:buNone/>
            </a:pPr>
            <a:r>
              <a:rPr lang="en-US" sz="1600" b="0" i="0" dirty="0">
                <a:solidFill>
                  <a:srgbClr val="0D0D0D"/>
                </a:solidFill>
                <a:effectLst/>
                <a:latin typeface="PT Serif" panose="020A0603040505020204" pitchFamily="18" charset="0"/>
              </a:rPr>
              <a:t>Step 2: X = 65</a:t>
            </a:r>
          </a:p>
          <a:p>
            <a:pPr marL="0" indent="0" algn="l" fontAlgn="base">
              <a:buNone/>
            </a:pPr>
            <a:r>
              <a:rPr lang="en-US" sz="1600" b="0" i="0" dirty="0">
                <a:solidFill>
                  <a:srgbClr val="080809"/>
                </a:solidFill>
                <a:effectLst/>
                <a:latin typeface="PT Serif" panose="020A0603040505020204" pitchFamily="18" charset="0"/>
              </a:rPr>
              <a:t>As seen above, grid computing combines the involved steps due to the multiplicity of available resources. This implies fewer steps and shorter timeframes.</a:t>
            </a:r>
          </a:p>
          <a:p>
            <a:pPr marL="0" indent="0" fontAlgn="base">
              <a:buNone/>
            </a:pPr>
            <a:r>
              <a:rPr lang="en-US" sz="1600" b="1" dirty="0">
                <a:solidFill>
                  <a:srgbClr val="273239"/>
                </a:solidFill>
                <a:latin typeface="Times New Roman" panose="02020603050405020304" pitchFamily="18" charset="0"/>
                <a:cs typeface="Times New Roman" panose="02020603050405020304" pitchFamily="18" charset="0"/>
                <a:hlinkClick r:id="rId2"/>
              </a:rPr>
              <a:t>https://</a:t>
            </a:r>
            <a:r>
              <a:rPr lang="en-US" sz="1600" b="1" dirty="0" smtClean="0">
                <a:solidFill>
                  <a:srgbClr val="273239"/>
                </a:solidFill>
                <a:latin typeface="Times New Roman" panose="02020603050405020304" pitchFamily="18" charset="0"/>
                <a:cs typeface="Times New Roman" panose="02020603050405020304" pitchFamily="18" charset="0"/>
                <a:hlinkClick r:id="rId2"/>
              </a:rPr>
              <a:t>youtu.be/r8ylJ16B0KQ?si=brnL3O5QGKCtkD74</a:t>
            </a:r>
            <a:r>
              <a:rPr lang="en-US" sz="1600" b="1" dirty="0" smtClean="0">
                <a:solidFill>
                  <a:srgbClr val="273239"/>
                </a:solidFill>
                <a:latin typeface="Times New Roman" panose="02020603050405020304" pitchFamily="18" charset="0"/>
                <a:cs typeface="Times New Roman" panose="02020603050405020304" pitchFamily="18" charset="0"/>
              </a:rPr>
              <a:t> – GRID COMPUTING</a:t>
            </a:r>
          </a:p>
          <a:p>
            <a:pPr marL="0" indent="0" fontAlgn="base">
              <a:buNone/>
            </a:pPr>
            <a:r>
              <a:rPr lang="en-US" sz="1600" b="1" dirty="0">
                <a:solidFill>
                  <a:srgbClr val="273239"/>
                </a:solidFill>
                <a:latin typeface="Times New Roman" panose="02020603050405020304" pitchFamily="18" charset="0"/>
                <a:cs typeface="Times New Roman" panose="02020603050405020304" pitchFamily="18" charset="0"/>
                <a:hlinkClick r:id="rId3"/>
              </a:rPr>
              <a:t>https://</a:t>
            </a:r>
            <a:r>
              <a:rPr lang="en-US" sz="1600" b="1" dirty="0" smtClean="0">
                <a:solidFill>
                  <a:srgbClr val="273239"/>
                </a:solidFill>
                <a:latin typeface="Times New Roman" panose="02020603050405020304" pitchFamily="18" charset="0"/>
                <a:cs typeface="Times New Roman" panose="02020603050405020304" pitchFamily="18" charset="0"/>
                <a:hlinkClick r:id="rId3"/>
              </a:rPr>
              <a:t>youtu.be/HJiXLDItJSY?si=9CYBf65b_YWwmFfH</a:t>
            </a:r>
            <a:r>
              <a:rPr lang="en-US" sz="1600" b="1" dirty="0" smtClean="0">
                <a:solidFill>
                  <a:srgbClr val="273239"/>
                </a:solidFill>
                <a:latin typeface="Times New Roman" panose="02020603050405020304" pitchFamily="18" charset="0"/>
                <a:cs typeface="Times New Roman" panose="02020603050405020304" pitchFamily="18" charset="0"/>
              </a:rPr>
              <a:t> – DISTRIBUTED,CLUSTER,GRID,CLOUD COMPUTING</a:t>
            </a:r>
          </a:p>
          <a:p>
            <a:pPr marL="0" indent="0" fontAlgn="base">
              <a:buNone/>
            </a:pPr>
            <a:r>
              <a:rPr lang="en-US" sz="1600" b="1" dirty="0">
                <a:solidFill>
                  <a:srgbClr val="273239"/>
                </a:solidFill>
                <a:latin typeface="Times New Roman" panose="02020603050405020304" pitchFamily="18" charset="0"/>
                <a:cs typeface="Times New Roman" panose="02020603050405020304" pitchFamily="18" charset="0"/>
                <a:hlinkClick r:id="rId4"/>
              </a:rPr>
              <a:t>https://youtu.be/k6XqOiw4QSo?si=_</a:t>
            </a:r>
            <a:r>
              <a:rPr lang="en-US" sz="1600" b="1" dirty="0" smtClean="0">
                <a:solidFill>
                  <a:srgbClr val="273239"/>
                </a:solidFill>
                <a:latin typeface="Times New Roman" panose="02020603050405020304" pitchFamily="18" charset="0"/>
                <a:cs typeface="Times New Roman" panose="02020603050405020304" pitchFamily="18" charset="0"/>
                <a:hlinkClick r:id="rId4"/>
              </a:rPr>
              <a:t>TklWVpIbEXw3DVD</a:t>
            </a:r>
            <a:r>
              <a:rPr lang="en-US" sz="1600" b="1" dirty="0" smtClean="0">
                <a:solidFill>
                  <a:srgbClr val="273239"/>
                </a:solidFill>
                <a:latin typeface="Times New Roman" panose="02020603050405020304" pitchFamily="18" charset="0"/>
                <a:cs typeface="Times New Roman" panose="02020603050405020304" pitchFamily="18" charset="0"/>
              </a:rPr>
              <a:t> – Comparison of </a:t>
            </a:r>
            <a:r>
              <a:rPr lang="en-US" sz="1600" b="1" dirty="0" err="1" smtClean="0">
                <a:solidFill>
                  <a:srgbClr val="273239"/>
                </a:solidFill>
                <a:latin typeface="Times New Roman" panose="02020603050405020304" pitchFamily="18" charset="0"/>
                <a:cs typeface="Times New Roman" panose="02020603050405020304" pitchFamily="18" charset="0"/>
              </a:rPr>
              <a:t>cluster,grid</a:t>
            </a:r>
            <a:r>
              <a:rPr lang="en-US" sz="1600" b="1" dirty="0" smtClean="0">
                <a:solidFill>
                  <a:srgbClr val="273239"/>
                </a:solidFill>
                <a:latin typeface="Times New Roman" panose="02020603050405020304" pitchFamily="18" charset="0"/>
                <a:cs typeface="Times New Roman" panose="02020603050405020304" pitchFamily="18" charset="0"/>
              </a:rPr>
              <a:t> and cloud computing</a:t>
            </a:r>
          </a:p>
          <a:p>
            <a:pPr marL="0" indent="0" fontAlgn="base">
              <a:buNone/>
            </a:pPr>
            <a:endParaRPr lang="en-US" sz="1600" b="1" i="0" dirty="0">
              <a:solidFill>
                <a:srgbClr val="273239"/>
              </a:solidFill>
              <a:effectLst/>
              <a:latin typeface="Times New Roman" panose="02020603050405020304" pitchFamily="18" charset="0"/>
              <a:cs typeface="Times New Roman" panose="02020603050405020304" pitchFamily="18" charset="0"/>
            </a:endParaRPr>
          </a:p>
        </p:txBody>
      </p:sp>
      <p:pic>
        <p:nvPicPr>
          <p:cNvPr id="819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2163425"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84268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title"/>
          </p:nvPr>
        </p:nvSpPr>
        <p:spPr>
          <a:xfrm>
            <a:off x="838200" y="1"/>
            <a:ext cx="10515600" cy="578223"/>
          </a:xfrm>
        </p:spPr>
        <p:txBody>
          <a:bodyPr>
            <a:normAutofit/>
          </a:bodyPr>
          <a:lstStyle/>
          <a:p>
            <a:pPr algn="ct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sz="half" idx="1"/>
          </p:nvPr>
        </p:nvSpPr>
        <p:spPr>
          <a:xfrm>
            <a:off x="0" y="1000125"/>
            <a:ext cx="12192000" cy="5750298"/>
          </a:xfrm>
        </p:spPr>
        <p:txBody>
          <a:bodyPr>
            <a:noAutofit/>
          </a:bodyPr>
          <a:lstStyle/>
          <a:p>
            <a:pPr marL="0" indent="0">
              <a:buNone/>
            </a:pPr>
            <a:r>
              <a:rPr lang="en-US" sz="1800" dirty="0">
                <a:latin typeface="Times New Roman" pitchFamily="18" charset="0"/>
                <a:cs typeface="Times New Roman" pitchFamily="18" charset="0"/>
              </a:rPr>
              <a:t>How does grid computing work?</a:t>
            </a:r>
          </a:p>
          <a:p>
            <a:r>
              <a:rPr lang="en-US" sz="1800" dirty="0">
                <a:latin typeface="Times New Roman" pitchFamily="18" charset="0"/>
                <a:cs typeface="Times New Roman" pitchFamily="18" charset="0"/>
              </a:rPr>
              <a:t>Grid nodes and middleware work together to perform the grid computing task. In grid operations, the three main types of grid nodes perform three different roles.</a:t>
            </a:r>
          </a:p>
          <a:p>
            <a:pPr marL="0" indent="0">
              <a:buNone/>
            </a:pPr>
            <a:r>
              <a:rPr lang="en-US" sz="1800" dirty="0">
                <a:latin typeface="Times New Roman" pitchFamily="18" charset="0"/>
                <a:cs typeface="Times New Roman" pitchFamily="18" charset="0"/>
              </a:rPr>
              <a:t>User node</a:t>
            </a:r>
            <a:endParaRPr lang="en-US" sz="1800" b="1" dirty="0">
              <a:latin typeface="Times New Roman" pitchFamily="18" charset="0"/>
              <a:cs typeface="Times New Roman" pitchFamily="18" charset="0"/>
            </a:endParaRPr>
          </a:p>
          <a:p>
            <a:r>
              <a:rPr lang="en-US" sz="1800" dirty="0">
                <a:latin typeface="Times New Roman" pitchFamily="18" charset="0"/>
                <a:cs typeface="Times New Roman" pitchFamily="18" charset="0"/>
              </a:rPr>
              <a:t>A user node is a computer that requests resources shared by other computers in grid computing. When the user node requires additional resources, the request goes through the middleware and is delivered to other nodes on the grid computing system.</a:t>
            </a:r>
          </a:p>
          <a:p>
            <a:pPr marL="0" indent="0">
              <a:buNone/>
            </a:pPr>
            <a:r>
              <a:rPr lang="en-US" sz="1800" dirty="0">
                <a:latin typeface="Times New Roman" pitchFamily="18" charset="0"/>
                <a:cs typeface="Times New Roman" pitchFamily="18" charset="0"/>
              </a:rPr>
              <a:t>Provider node</a:t>
            </a:r>
            <a:endParaRPr lang="en-US" sz="1800" b="1" dirty="0">
              <a:latin typeface="Times New Roman" pitchFamily="18" charset="0"/>
              <a:cs typeface="Times New Roman" pitchFamily="18" charset="0"/>
            </a:endParaRPr>
          </a:p>
          <a:p>
            <a:r>
              <a:rPr lang="en-US" sz="1800" dirty="0">
                <a:latin typeface="Times New Roman" pitchFamily="18" charset="0"/>
                <a:cs typeface="Times New Roman" pitchFamily="18" charset="0"/>
              </a:rPr>
              <a:t>In grid computing, nodes can often switch between the role of user and provider.</a:t>
            </a:r>
          </a:p>
          <a:p>
            <a:r>
              <a:rPr lang="en-US" sz="1800" dirty="0">
                <a:latin typeface="Times New Roman" pitchFamily="18" charset="0"/>
                <a:cs typeface="Times New Roman" pitchFamily="18" charset="0"/>
              </a:rPr>
              <a:t>A provider node is a computer that shares its resources for grid computing. When provider machines receive resource requests, they perform subtasks for the user nodes, such as forecasting stock prices for different markets. At the end of the process, the middleware collects and compiles all the results to obtain a global forecast.</a:t>
            </a:r>
          </a:p>
          <a:p>
            <a:pPr marL="0" indent="0">
              <a:buNone/>
            </a:pPr>
            <a:r>
              <a:rPr lang="en-US" sz="1800" dirty="0">
                <a:latin typeface="Times New Roman" pitchFamily="18" charset="0"/>
                <a:cs typeface="Times New Roman" pitchFamily="18" charset="0"/>
              </a:rPr>
              <a:t>Control node</a:t>
            </a:r>
            <a:endParaRPr lang="en-US" sz="1800" b="1" dirty="0">
              <a:latin typeface="Times New Roman" pitchFamily="18" charset="0"/>
              <a:cs typeface="Times New Roman" pitchFamily="18" charset="0"/>
            </a:endParaRPr>
          </a:p>
          <a:p>
            <a:r>
              <a:rPr lang="en-US" sz="1800" dirty="0">
                <a:latin typeface="Times New Roman" pitchFamily="18" charset="0"/>
                <a:cs typeface="Times New Roman" pitchFamily="18" charset="0"/>
              </a:rPr>
              <a:t>A control node administers the network and manages the allocation of the grid computing resources. The middleware runs on the control node. When the user node requests a resource, the middleware checks for available resources and assigns the task to a specific provider node.</a:t>
            </a:r>
          </a:p>
          <a:p>
            <a:pPr marL="0" indent="0" fontAlgn="base">
              <a:buNone/>
            </a:pPr>
            <a:endParaRPr lang="en-US" sz="1800" b="1" i="0" dirty="0">
              <a:solidFill>
                <a:srgbClr val="273239"/>
              </a:solidFill>
              <a:effectLst/>
              <a:latin typeface="Times New Roman" panose="02020603050405020304" pitchFamily="18" charset="0"/>
              <a:cs typeface="Times New Roman" panose="02020603050405020304"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63425"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13005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title"/>
          </p:nvPr>
        </p:nvSpPr>
        <p:spPr>
          <a:xfrm>
            <a:off x="838200" y="1"/>
            <a:ext cx="10515600" cy="578223"/>
          </a:xfrm>
        </p:spPr>
        <p:txBody>
          <a:bodyPr>
            <a:normAutofit/>
          </a:bodyPr>
          <a:lstStyle/>
          <a:p>
            <a:pPr algn="ctr"/>
            <a:r>
              <a:rPr lang="en-US" sz="2400" b="1" kern="0" dirty="0">
                <a:effectLst/>
                <a:latin typeface="Times New Roman" panose="02020603050405020304" pitchFamily="18" charset="0"/>
                <a:ea typeface="Microsoft Sans Serif" panose="020B0604020202020204" pitchFamily="34" charset="0"/>
                <a:cs typeface="Times New Roman" panose="02020603050405020304" pitchFamily="18" charset="0"/>
              </a:rPr>
              <a:t>CCS335	CLOUD</a:t>
            </a:r>
            <a:r>
              <a:rPr lang="en-US" sz="2400" b="1" kern="0" spc="-20"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0" dirty="0">
                <a:effectLst/>
                <a:latin typeface="Times New Roman" panose="02020603050405020304" pitchFamily="18" charset="0"/>
                <a:ea typeface="Microsoft Sans Serif" panose="020B0604020202020204" pitchFamily="34" charset="0"/>
                <a:cs typeface="Times New Roman" panose="02020603050405020304" pitchFamily="18" charset="0"/>
              </a:rPr>
              <a:t>COMPUTING</a:t>
            </a:r>
            <a:endParaRPr lang="en-IN" sz="2400" b="1" dirty="0">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 xmlns:a16="http://schemas.microsoft.com/office/drawing/2014/main" id="{024244C6-B8EF-7872-D34A-44C1850DA213}"/>
              </a:ext>
            </a:extLst>
          </p:cNvPr>
          <p:cNvGraphicFramePr>
            <a:graphicFrameLocks noGrp="1"/>
          </p:cNvGraphicFramePr>
          <p:nvPr>
            <p:ph sz="half" idx="1"/>
            <p:extLst>
              <p:ext uri="{D42A27DB-BD31-4B8C-83A1-F6EECF244321}">
                <p14:modId xmlns:p14="http://schemas.microsoft.com/office/powerpoint/2010/main" val="1557709751"/>
              </p:ext>
            </p:extLst>
          </p:nvPr>
        </p:nvGraphicFramePr>
        <p:xfrm>
          <a:off x="285750" y="271457"/>
          <a:ext cx="11615738" cy="6758940"/>
        </p:xfrm>
        <a:graphic>
          <a:graphicData uri="http://schemas.openxmlformats.org/drawingml/2006/table">
            <a:tbl>
              <a:tblPr/>
              <a:tblGrid>
                <a:gridCol w="4779109">
                  <a:extLst>
                    <a:ext uri="{9D8B030D-6E8A-4147-A177-3AD203B41FA5}">
                      <a16:colId xmlns="" xmlns:a16="http://schemas.microsoft.com/office/drawing/2014/main" val="3617360596"/>
                    </a:ext>
                  </a:extLst>
                </a:gridCol>
                <a:gridCol w="6836629">
                  <a:extLst>
                    <a:ext uri="{9D8B030D-6E8A-4147-A177-3AD203B41FA5}">
                      <a16:colId xmlns="" xmlns:a16="http://schemas.microsoft.com/office/drawing/2014/main" val="4044621385"/>
                    </a:ext>
                  </a:extLst>
                </a:gridCol>
              </a:tblGrid>
              <a:tr h="422260">
                <a:tc>
                  <a:txBody>
                    <a:bodyPr/>
                    <a:lstStyle/>
                    <a:p>
                      <a:pPr algn="l" fontAlgn="base"/>
                      <a:r>
                        <a:rPr lang="en-IN" sz="1600" b="1" u="none" dirty="0">
                          <a:solidFill>
                            <a:schemeClr val="tx1"/>
                          </a:solidFill>
                          <a:effectLst/>
                          <a:latin typeface="Times New Roman" panose="02020603050405020304" pitchFamily="18" charset="0"/>
                          <a:cs typeface="Times New Roman" panose="02020603050405020304" pitchFamily="18" charset="0"/>
                        </a:rPr>
                        <a:t>                                    cluster Computing</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l" fontAlgn="base"/>
                      <a:r>
                        <a:rPr lang="en-IN" sz="1600" b="1" u="none" dirty="0">
                          <a:solidFill>
                            <a:schemeClr val="tx1"/>
                          </a:solidFill>
                          <a:effectLst/>
                          <a:latin typeface="Times New Roman" panose="02020603050405020304" pitchFamily="18" charset="0"/>
                          <a:cs typeface="Times New Roman" panose="02020603050405020304" pitchFamily="18" charset="0"/>
                        </a:rPr>
                        <a:t>                                                                    Grid Computing</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605444240"/>
                  </a:ext>
                </a:extLst>
              </a:tr>
              <a:tr h="733400">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Nodes must be homogeneous i.e. they should have same type of hardware and operating system.</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Nodes may have different Operating systems and hardware. Machines can be homogeneous or heterogeneous.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3916596077"/>
                  </a:ext>
                </a:extLst>
              </a:tr>
              <a:tr h="733400">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Computers in a cluster are dedicated to the same work and perform no other task.</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Computers in a grid contribute their unused processing resources to the grid computing network.</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2044651252"/>
                  </a:ext>
                </a:extLst>
              </a:tr>
              <a:tr h="496341">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Computers are located close to each other.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Computers may be located at a huge distance from one another.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2911667573"/>
                  </a:ext>
                </a:extLst>
              </a:tr>
              <a:tr h="733400">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Computers are connected by a high speed local area network bus.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Computers are connected using a low speed bus or the internet.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932308457"/>
                  </a:ext>
                </a:extLst>
              </a:tr>
              <a:tr h="733400">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Computers are connected in a centralized network topology.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Computers are connected in a distributed or de-centralized network topology.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1876398701"/>
                  </a:ext>
                </a:extLst>
              </a:tr>
              <a:tr h="496341">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Scheduling is controlled by a central server.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It may have servers, but mostly each node behaves independently.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2419836911"/>
                  </a:ext>
                </a:extLst>
              </a:tr>
              <a:tr h="496341">
                <a:tc>
                  <a:txBody>
                    <a:bodyPr/>
                    <a:lstStyle/>
                    <a:p>
                      <a:pPr algn="ctr" fontAlgn="ctr"/>
                      <a:r>
                        <a:rPr lang="en-US" sz="1600" b="0" u="none">
                          <a:solidFill>
                            <a:schemeClr val="tx1"/>
                          </a:solidFill>
                          <a:effectLst/>
                          <a:latin typeface="Times New Roman" panose="02020603050405020304" pitchFamily="18" charset="0"/>
                          <a:cs typeface="Times New Roman" panose="02020603050405020304" pitchFamily="18" charset="0"/>
                        </a:rPr>
                        <a:t>Whole system has a centralized resource manager.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Every node manages it’s resources independently.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363039070"/>
                  </a:ext>
                </a:extLst>
              </a:tr>
              <a:tr h="496341">
                <a:tc>
                  <a:txBody>
                    <a:bodyPr/>
                    <a:lstStyle/>
                    <a:p>
                      <a:pPr algn="ctr" fontAlgn="ctr"/>
                      <a:r>
                        <a:rPr lang="en-US" sz="1600" b="0" u="none">
                          <a:solidFill>
                            <a:schemeClr val="tx1"/>
                          </a:solidFill>
                          <a:effectLst/>
                          <a:latin typeface="Times New Roman" panose="02020603050405020304" pitchFamily="18" charset="0"/>
                          <a:cs typeface="Times New Roman" panose="02020603050405020304" pitchFamily="18" charset="0"/>
                        </a:rPr>
                        <a:t>Whole system functions as a single system.</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Every node is autonomous, and anyone can opt out anytime.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895368665"/>
                  </a:ext>
                </a:extLst>
              </a:tr>
              <a:tr h="733400">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Cluster computing is used in areas such as WebLogic Application Servers, Databases, etc.</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Grid computing is used in areas such as predictive modeling, Automation, simulations, etc.</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4264550596"/>
                  </a:ext>
                </a:extLst>
              </a:tr>
              <a:tr h="496341">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It has Centralized Resource management.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tc>
                  <a:txBody>
                    <a:bodyPr/>
                    <a:lstStyle/>
                    <a:p>
                      <a:pPr algn="ctr" fontAlgn="ctr"/>
                      <a:r>
                        <a:rPr lang="en-US" sz="1600" b="0" u="none" dirty="0">
                          <a:solidFill>
                            <a:schemeClr val="tx1"/>
                          </a:solidFill>
                          <a:effectLst/>
                          <a:latin typeface="Times New Roman" panose="02020603050405020304" pitchFamily="18" charset="0"/>
                          <a:cs typeface="Times New Roman" panose="02020603050405020304" pitchFamily="18" charset="0"/>
                        </a:rPr>
                        <a:t>It has Distributed Resource Management.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tcPr>
                </a:tc>
                <a:extLst>
                  <a:ext uri="{0D108BD9-81ED-4DB2-BD59-A6C34878D82A}">
                    <a16:rowId xmlns="" xmlns:a16="http://schemas.microsoft.com/office/drawing/2014/main" val="2827299349"/>
                  </a:ext>
                </a:extLst>
              </a:tr>
            </a:tbl>
          </a:graphicData>
        </a:graphic>
      </p:graphicFrame>
      <p:sp>
        <p:nvSpPr>
          <p:cNvPr id="9" name="Rectangle 3">
            <a:extLst>
              <a:ext uri="{FF2B5EF4-FFF2-40B4-BE49-F238E27FC236}">
                <a16:creationId xmlns="" xmlns:a16="http://schemas.microsoft.com/office/drawing/2014/main" id="{A2BD4D57-BFC7-2524-AE1B-F4CE9B6D16F7}"/>
              </a:ext>
            </a:extLst>
          </p:cNvPr>
          <p:cNvSpPr>
            <a:spLocks noChangeArrowheads="1"/>
          </p:cNvSpPr>
          <p:nvPr/>
        </p:nvSpPr>
        <p:spPr bwMode="auto">
          <a:xfrm>
            <a:off x="457200" y="-2232"/>
            <a:ext cx="11734800"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Difference between Cluster and Grid Computing:</a:t>
            </a:r>
            <a:r>
              <a:rPr kumimoji="0" lang="en-US" altLang="en-US"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rgbClr val="273239"/>
                </a:solidFill>
                <a:effectLst/>
                <a:latin typeface="Nunito" pitchFamily="2" charset="0"/>
              </a:rPr>
              <a:t/>
            </a:r>
            <a:br>
              <a:rPr kumimoji="0" lang="en-US" altLang="en-US" sz="1200" b="0" i="0" u="none" strike="noStrike" cap="none" normalizeH="0" baseline="0" dirty="0">
                <a:ln>
                  <a:noFill/>
                </a:ln>
                <a:solidFill>
                  <a:srgbClr val="273239"/>
                </a:solidFill>
                <a:effectLst/>
                <a:latin typeface="Nunito" pitchFamily="2" charset="0"/>
              </a:rPr>
            </a:br>
            <a:r>
              <a:rPr kumimoji="0" lang="en-US" altLang="en-US" sz="1200" b="0" i="0" u="none" strike="noStrike" cap="none" normalizeH="0" baseline="0" dirty="0">
                <a:ln>
                  <a:noFill/>
                </a:ln>
                <a:solidFill>
                  <a:srgbClr val="273239"/>
                </a:solidFill>
                <a:effectLst/>
                <a:latin typeface="Nunito" pitchFamily="2"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11178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ctrTitle"/>
          </p:nvPr>
        </p:nvSpPr>
        <p:spPr>
          <a:xfrm>
            <a:off x="3227295" y="234857"/>
            <a:ext cx="6548718" cy="666096"/>
          </a:xfrm>
        </p:spPr>
        <p:txBody>
          <a:bodyPr>
            <a:normAutofit/>
          </a:bodyPr>
          <a:lstStyle/>
          <a:p>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type="subTitle" idx="1"/>
          </p:nvPr>
        </p:nvSpPr>
        <p:spPr>
          <a:xfrm>
            <a:off x="215153" y="1047749"/>
            <a:ext cx="11833412" cy="5810251"/>
          </a:xfrm>
        </p:spPr>
        <p:txBody>
          <a:bodyPr>
            <a:noAutofit/>
          </a:bodyPr>
          <a:lstStyle/>
          <a:p>
            <a:pPr algn="l" fontAlgn="base"/>
            <a:r>
              <a:rPr lang="en-US" sz="1800" b="1" i="0" dirty="0" smtClean="0">
                <a:solidFill>
                  <a:srgbClr val="273239"/>
                </a:solidFill>
                <a:effectLst/>
                <a:latin typeface="Times New Roman" panose="02020603050405020304" pitchFamily="18" charset="0"/>
                <a:cs typeface="Times New Roman" panose="02020603050405020304" pitchFamily="18" charset="0"/>
              </a:rPr>
              <a:t>Peer </a:t>
            </a:r>
            <a:r>
              <a:rPr lang="en-US" sz="1800" b="1" i="0" dirty="0">
                <a:solidFill>
                  <a:srgbClr val="273239"/>
                </a:solidFill>
                <a:effectLst/>
                <a:latin typeface="Times New Roman" panose="02020603050405020304" pitchFamily="18" charset="0"/>
                <a:cs typeface="Times New Roman" panose="02020603050405020304" pitchFamily="18" charset="0"/>
              </a:rPr>
              <a:t>–to-peer </a:t>
            </a:r>
            <a:r>
              <a:rPr lang="en-US" sz="1800" b="1" dirty="0">
                <a:solidFill>
                  <a:srgbClr val="273239"/>
                </a:solidFill>
                <a:latin typeface="Times New Roman" panose="02020603050405020304" pitchFamily="18" charset="0"/>
                <a:cs typeface="Times New Roman" panose="02020603050405020304" pitchFamily="18" charset="0"/>
              </a:rPr>
              <a:t>network    </a:t>
            </a:r>
            <a:r>
              <a:rPr lang="en-US" sz="1800" b="1" dirty="0">
                <a:solidFill>
                  <a:srgbClr val="273239"/>
                </a:solidFill>
                <a:latin typeface="Times New Roman" panose="02020603050405020304" pitchFamily="18" charset="0"/>
                <a:cs typeface="Times New Roman" panose="02020603050405020304" pitchFamily="18" charset="0"/>
                <a:hlinkClick r:id="rId2"/>
              </a:rPr>
              <a:t>https://youtu.be/8fks7p3JwIQ?si=_</a:t>
            </a:r>
            <a:r>
              <a:rPr lang="en-US" sz="1800" b="1" dirty="0" smtClean="0">
                <a:solidFill>
                  <a:srgbClr val="273239"/>
                </a:solidFill>
                <a:latin typeface="Times New Roman" panose="02020603050405020304" pitchFamily="18" charset="0"/>
                <a:cs typeface="Times New Roman" panose="02020603050405020304" pitchFamily="18" charset="0"/>
                <a:hlinkClick r:id="rId2"/>
              </a:rPr>
              <a:t>evPlgRJT07H2cWd</a:t>
            </a:r>
            <a:r>
              <a:rPr lang="en-US" sz="1800" b="1" dirty="0" smtClean="0">
                <a:solidFill>
                  <a:srgbClr val="273239"/>
                </a:solidFill>
                <a:latin typeface="Times New Roman" panose="02020603050405020304" pitchFamily="18" charset="0"/>
                <a:cs typeface="Times New Roman" panose="02020603050405020304" pitchFamily="18" charset="0"/>
              </a:rPr>
              <a:t>  - Peer-to-Peer n/w</a:t>
            </a:r>
          </a:p>
          <a:p>
            <a:pPr algn="l" fontAlgn="base"/>
            <a:r>
              <a:rPr lang="en-US" sz="1800" b="0" i="0" dirty="0" smtClean="0">
                <a:solidFill>
                  <a:srgbClr val="273239"/>
                </a:solidFill>
                <a:effectLst/>
                <a:latin typeface="Times New Roman" panose="02020603050405020304" pitchFamily="18" charset="0"/>
                <a:cs typeface="Times New Roman" panose="02020603050405020304" pitchFamily="18" charset="0"/>
              </a:rPr>
              <a:t>A </a:t>
            </a:r>
            <a:r>
              <a:rPr lang="en-US" sz="1800" b="0" i="0" dirty="0">
                <a:solidFill>
                  <a:srgbClr val="273239"/>
                </a:solidFill>
                <a:effectLst/>
                <a:latin typeface="Times New Roman" panose="02020603050405020304" pitchFamily="18" charset="0"/>
                <a:cs typeface="Times New Roman" panose="02020603050405020304" pitchFamily="18" charset="0"/>
              </a:rPr>
              <a:t>peer-to-peer network is a simple network of computers. It first came into existence in the late 1970s. </a:t>
            </a:r>
          </a:p>
          <a:p>
            <a:pPr algn="l" fontAlgn="base"/>
            <a:r>
              <a:rPr lang="en-US" sz="1800" b="0" i="0" dirty="0">
                <a:solidFill>
                  <a:srgbClr val="273239"/>
                </a:solidFill>
                <a:effectLst/>
                <a:latin typeface="Times New Roman" panose="02020603050405020304" pitchFamily="18" charset="0"/>
                <a:cs typeface="Times New Roman" panose="02020603050405020304" pitchFamily="18" charset="0"/>
              </a:rPr>
              <a:t>Here each computer acts as a node for file sharing within the formed network. Here each node acts as a server and thus there is no central server in the network. </a:t>
            </a:r>
          </a:p>
          <a:p>
            <a:pPr algn="l" fontAlgn="base"/>
            <a:r>
              <a:rPr lang="en-US" sz="1800" b="0" i="0" dirty="0">
                <a:solidFill>
                  <a:srgbClr val="273239"/>
                </a:solidFill>
                <a:effectLst/>
                <a:latin typeface="Times New Roman" panose="02020603050405020304" pitchFamily="18" charset="0"/>
                <a:cs typeface="Times New Roman" panose="02020603050405020304" pitchFamily="18" charset="0"/>
              </a:rPr>
              <a:t>This allows the sharing of a huge amount of data. The tasks are equally divided amongst the nodes. Each node connected in the network shares an equal workload. </a:t>
            </a:r>
          </a:p>
          <a:p>
            <a:pPr algn="l" fontAlgn="base"/>
            <a:r>
              <a:rPr lang="en-US" sz="1800" b="0" i="0" dirty="0">
                <a:solidFill>
                  <a:srgbClr val="273239"/>
                </a:solidFill>
                <a:effectLst/>
                <a:latin typeface="Times New Roman" panose="02020603050405020304" pitchFamily="18" charset="0"/>
                <a:cs typeface="Times New Roman" panose="02020603050405020304" pitchFamily="18" charset="0"/>
              </a:rPr>
              <a:t>For the network to stop working, all the nodes need to individually stop working. This is because each node works independently. </a:t>
            </a:r>
          </a:p>
          <a:p>
            <a:pPr algn="just" fontAlgn="base"/>
            <a:r>
              <a:rPr lang="en-US" sz="1800" b="1" i="0" dirty="0">
                <a:solidFill>
                  <a:srgbClr val="273239"/>
                </a:solidFill>
                <a:effectLst/>
                <a:latin typeface="Times New Roman" panose="02020603050405020304" pitchFamily="18" charset="0"/>
                <a:cs typeface="Times New Roman" panose="02020603050405020304" pitchFamily="18" charset="0"/>
              </a:rPr>
              <a:t>History of P2P Networks</a:t>
            </a:r>
          </a:p>
          <a:p>
            <a:pPr algn="l" fontAlgn="base"/>
            <a:r>
              <a:rPr lang="en-US" sz="1800" b="0" i="0" dirty="0">
                <a:solidFill>
                  <a:srgbClr val="273239"/>
                </a:solidFill>
                <a:effectLst/>
                <a:latin typeface="Times New Roman" panose="02020603050405020304" pitchFamily="18" charset="0"/>
                <a:cs typeface="Times New Roman" panose="02020603050405020304" pitchFamily="18" charset="0"/>
              </a:rPr>
              <a:t>Before the development of P2P, USENET came into existence in 1979. The network enabled the users to read and post messages. Unlike the forums we use today, it did not have a central server. It is used to copy the new messages to all the servers of the node. </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In the 1980s the first use of P2P networks occurred after personal computers were introduced.</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In August 1988, the internet relay chat was the first P2P network built to share text and chat.</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In June 1999, Napster was developed which was a file-sharing P2P software. It could be used to share audio files as well. This software was shut down due to the illegal sharing of files. But the concept of network sharing </a:t>
            </a:r>
            <a:r>
              <a:rPr lang="en-US" sz="1800" b="0" i="0" dirty="0" err="1">
                <a:solidFill>
                  <a:srgbClr val="273239"/>
                </a:solidFill>
                <a:effectLst/>
                <a:latin typeface="Times New Roman" panose="02020603050405020304" pitchFamily="18" charset="0"/>
                <a:cs typeface="Times New Roman" panose="02020603050405020304" pitchFamily="18" charset="0"/>
              </a:rPr>
              <a:t>i.e</a:t>
            </a:r>
            <a:r>
              <a:rPr lang="en-US" sz="1800" b="0" i="0" dirty="0">
                <a:solidFill>
                  <a:srgbClr val="273239"/>
                </a:solidFill>
                <a:effectLst/>
                <a:latin typeface="Times New Roman" panose="02020603050405020304" pitchFamily="18" charset="0"/>
                <a:cs typeface="Times New Roman" panose="02020603050405020304" pitchFamily="18" charset="0"/>
              </a:rPr>
              <a:t> P2P became popular. </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In June 2000, Gnutella was the first decentralized P2P file sharing network. This allowed users to access files on other users’ computers via a designated folder.</a:t>
            </a:r>
          </a:p>
          <a:p>
            <a:pPr algn="l" fontAlgn="base"/>
            <a:endParaRPr lang="en-US" sz="1800" b="0" i="0" dirty="0">
              <a:solidFill>
                <a:srgbClr val="273239"/>
              </a:solidFill>
              <a:effectLst/>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5250"/>
            <a:ext cx="12192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1017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ctrTitle"/>
          </p:nvPr>
        </p:nvSpPr>
        <p:spPr>
          <a:xfrm>
            <a:off x="3227295" y="234857"/>
            <a:ext cx="6548718" cy="666096"/>
          </a:xfrm>
        </p:spPr>
        <p:txBody>
          <a:bodyPr>
            <a:normAutofit/>
          </a:bodyPr>
          <a:lstStyle/>
          <a:p>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type="subTitle" idx="1"/>
          </p:nvPr>
        </p:nvSpPr>
        <p:spPr>
          <a:xfrm>
            <a:off x="215153" y="900953"/>
            <a:ext cx="11833412" cy="5822576"/>
          </a:xfrm>
        </p:spPr>
        <p:txBody>
          <a:bodyPr>
            <a:noAutofit/>
          </a:bodyPr>
          <a:lstStyle/>
          <a:p>
            <a:pPr algn="l" fontAlgn="base"/>
            <a:endParaRPr lang="en-US" sz="1800" b="1" i="0" dirty="0" smtClean="0">
              <a:solidFill>
                <a:srgbClr val="273239"/>
              </a:solidFill>
              <a:effectLst/>
              <a:latin typeface="Times New Roman" panose="02020603050405020304" pitchFamily="18" charset="0"/>
              <a:cs typeface="Times New Roman" panose="02020603050405020304" pitchFamily="18" charset="0"/>
            </a:endParaRPr>
          </a:p>
          <a:p>
            <a:pPr algn="l" fontAlgn="base"/>
            <a:r>
              <a:rPr lang="en-US" sz="1800" b="1" i="0" dirty="0" smtClean="0">
                <a:solidFill>
                  <a:srgbClr val="273239"/>
                </a:solidFill>
                <a:effectLst/>
                <a:latin typeface="Times New Roman" panose="02020603050405020304" pitchFamily="18" charset="0"/>
                <a:cs typeface="Times New Roman" panose="02020603050405020304" pitchFamily="18" charset="0"/>
              </a:rPr>
              <a:t>Features </a:t>
            </a:r>
            <a:r>
              <a:rPr lang="en-US" sz="1800" b="1" i="0" dirty="0">
                <a:solidFill>
                  <a:srgbClr val="273239"/>
                </a:solidFill>
                <a:effectLst/>
                <a:latin typeface="Times New Roman" panose="02020603050405020304" pitchFamily="18" charset="0"/>
                <a:cs typeface="Times New Roman" panose="02020603050405020304" pitchFamily="18" charset="0"/>
              </a:rPr>
              <a:t>of P2P network </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These networks do not involve a large number of nodes, usually less than 12. All the computers in the network store their own data but this data is accessible by the group. </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Unlike client-server networks, P2P uses resources and also provides them. This results in additional resources if the number of nodes increases. It requires specialized software. It allows resource sharing among the network. </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Since the nodes act as clients and servers, there is a constant threat of attack. </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Almost all OS today support P2P networks. </a:t>
            </a:r>
          </a:p>
          <a:p>
            <a:pPr algn="l" fontAlgn="base"/>
            <a:r>
              <a:rPr lang="en-US" sz="1800" b="1" i="0" dirty="0">
                <a:solidFill>
                  <a:srgbClr val="273239"/>
                </a:solidFill>
                <a:effectLst/>
                <a:latin typeface="Times New Roman" panose="02020603050405020304" pitchFamily="18" charset="0"/>
                <a:cs typeface="Times New Roman" panose="02020603050405020304" pitchFamily="18" charset="0"/>
              </a:rPr>
              <a:t>P2P Network Architecture</a:t>
            </a:r>
          </a:p>
          <a:p>
            <a:pPr algn="l" fontAlgn="base"/>
            <a:r>
              <a:rPr lang="en-US" sz="1800" b="0" i="0" dirty="0">
                <a:solidFill>
                  <a:srgbClr val="273239"/>
                </a:solidFill>
                <a:effectLst/>
                <a:latin typeface="Times New Roman" panose="02020603050405020304" pitchFamily="18" charset="0"/>
                <a:cs typeface="Times New Roman" panose="02020603050405020304" pitchFamily="18" charset="0"/>
              </a:rPr>
              <a:t>In the P2P network architecture, the computers connect with each other in a workgroup to share files, and access to internet and printers. </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Each computer in the network has the same set of responsibilities and capabilities.</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Each device in the network serves as both a client and server.</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The architecture is useful in residential areas, small offices, or small companies where each computer act as an independent workstation and stores the data on its hard drive. </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Each computer in the network has the ability to share data with other computers in the network.</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The architecture is usually composed of workgroups of 12 or more computers. </a:t>
            </a:r>
          </a:p>
          <a:p>
            <a:pPr algn="l" fontAlgn="base"/>
            <a:endParaRPr lang="en-US" sz="1800" dirty="0">
              <a:latin typeface="Times New Roman" panose="02020603050405020304" pitchFamily="18" charset="0"/>
              <a:cs typeface="Times New Roman" panose="02020603050405020304"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63425"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46788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ctrTitle"/>
          </p:nvPr>
        </p:nvSpPr>
        <p:spPr>
          <a:xfrm>
            <a:off x="3227295" y="234857"/>
            <a:ext cx="6548718" cy="666096"/>
          </a:xfrm>
        </p:spPr>
        <p:txBody>
          <a:bodyPr>
            <a:normAutofit/>
          </a:bodyPr>
          <a:lstStyle/>
          <a:p>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type="subTitle" idx="1"/>
          </p:nvPr>
        </p:nvSpPr>
        <p:spPr>
          <a:xfrm>
            <a:off x="215153" y="900953"/>
            <a:ext cx="11833412" cy="5822576"/>
          </a:xfrm>
        </p:spPr>
        <p:txBody>
          <a:bodyPr>
            <a:noAutofit/>
          </a:bodyPr>
          <a:lstStyle/>
          <a:p>
            <a:pPr algn="l" fontAlgn="base"/>
            <a:endParaRPr lang="en-US" sz="1800" b="1" i="0" dirty="0" smtClean="0">
              <a:solidFill>
                <a:srgbClr val="273239"/>
              </a:solidFill>
              <a:effectLst/>
              <a:latin typeface="Times New Roman" panose="02020603050405020304" pitchFamily="18" charset="0"/>
              <a:cs typeface="Times New Roman" panose="02020603050405020304" pitchFamily="18" charset="0"/>
            </a:endParaRPr>
          </a:p>
          <a:p>
            <a:pPr algn="l" fontAlgn="base"/>
            <a:r>
              <a:rPr lang="en-US" sz="1800" b="1" i="0" dirty="0" smtClean="0">
                <a:solidFill>
                  <a:srgbClr val="273239"/>
                </a:solidFill>
                <a:effectLst/>
                <a:latin typeface="Times New Roman" panose="02020603050405020304" pitchFamily="18" charset="0"/>
                <a:cs typeface="Times New Roman" panose="02020603050405020304" pitchFamily="18" charset="0"/>
              </a:rPr>
              <a:t>Types </a:t>
            </a:r>
            <a:r>
              <a:rPr lang="en-US" sz="1800" b="1" i="0" dirty="0">
                <a:solidFill>
                  <a:srgbClr val="273239"/>
                </a:solidFill>
                <a:effectLst/>
                <a:latin typeface="Times New Roman" panose="02020603050405020304" pitchFamily="18" charset="0"/>
                <a:cs typeface="Times New Roman" panose="02020603050405020304" pitchFamily="18" charset="0"/>
              </a:rPr>
              <a:t>of P2P networks</a:t>
            </a:r>
          </a:p>
          <a:p>
            <a:pPr algn="l" fontAlgn="base">
              <a:buFont typeface="+mj-lt"/>
              <a:buAutoNum type="arabicPeriod"/>
            </a:pPr>
            <a:r>
              <a:rPr lang="en-US" sz="1800" b="1" i="0" dirty="0">
                <a:solidFill>
                  <a:srgbClr val="273239"/>
                </a:solidFill>
                <a:effectLst/>
                <a:latin typeface="Times New Roman" panose="02020603050405020304" pitchFamily="18" charset="0"/>
                <a:cs typeface="Times New Roman" panose="02020603050405020304" pitchFamily="18" charset="0"/>
              </a:rPr>
              <a:t>Unstructured P2P networks:</a:t>
            </a:r>
            <a:r>
              <a:rPr lang="en-US" sz="1800" b="0" i="0" dirty="0">
                <a:solidFill>
                  <a:srgbClr val="273239"/>
                </a:solidFill>
                <a:effectLst/>
                <a:latin typeface="Times New Roman" panose="02020603050405020304" pitchFamily="18" charset="0"/>
                <a:cs typeface="Times New Roman" panose="02020603050405020304" pitchFamily="18" charset="0"/>
              </a:rPr>
              <a:t> In this type of P2P network, each device is able to make an equal contribution. This network is easy to build as devices can be connected randomly in the network. But being unstructured, it becomes difficult to find content. For example, Napster, Gnutella, etc.</a:t>
            </a:r>
          </a:p>
          <a:p>
            <a:pPr algn="l" fontAlgn="base">
              <a:buFont typeface="+mj-lt"/>
              <a:buAutoNum type="arabicPeriod"/>
            </a:pPr>
            <a:r>
              <a:rPr lang="en-US" sz="1800" b="1" i="0" dirty="0">
                <a:solidFill>
                  <a:srgbClr val="273239"/>
                </a:solidFill>
                <a:effectLst/>
                <a:latin typeface="Times New Roman" panose="02020603050405020304" pitchFamily="18" charset="0"/>
                <a:cs typeface="Times New Roman" panose="02020603050405020304" pitchFamily="18" charset="0"/>
              </a:rPr>
              <a:t>Structured P2P networks: </a:t>
            </a:r>
            <a:r>
              <a:rPr lang="en-US" sz="1800" b="0" i="0" dirty="0">
                <a:solidFill>
                  <a:srgbClr val="273239"/>
                </a:solidFill>
                <a:effectLst/>
                <a:latin typeface="Times New Roman" panose="02020603050405020304" pitchFamily="18" charset="0"/>
                <a:cs typeface="Times New Roman" panose="02020603050405020304" pitchFamily="18" charset="0"/>
              </a:rPr>
              <a:t>It is designed using software that creates a virtual layer in order to put the nodes in a specific structure. These are not easy to set up but can give easy access to users to the content. For example, P-Grid, </a:t>
            </a:r>
            <a:r>
              <a:rPr lang="en-US" sz="1800" b="0" i="0" dirty="0" err="1">
                <a:solidFill>
                  <a:srgbClr val="273239"/>
                </a:solidFill>
                <a:effectLst/>
                <a:latin typeface="Times New Roman" panose="02020603050405020304" pitchFamily="18" charset="0"/>
                <a:cs typeface="Times New Roman" panose="02020603050405020304" pitchFamily="18" charset="0"/>
              </a:rPr>
              <a:t>Kademlia</a:t>
            </a:r>
            <a:r>
              <a:rPr lang="en-US" sz="1800" b="0" i="0" dirty="0">
                <a:solidFill>
                  <a:srgbClr val="273239"/>
                </a:solidFill>
                <a:effectLst/>
                <a:latin typeface="Times New Roman" panose="02020603050405020304" pitchFamily="18" charset="0"/>
                <a:cs typeface="Times New Roman" panose="02020603050405020304" pitchFamily="18" charset="0"/>
              </a:rPr>
              <a:t>, etc. </a:t>
            </a:r>
          </a:p>
          <a:p>
            <a:pPr algn="l" fontAlgn="base">
              <a:buFont typeface="+mj-lt"/>
              <a:buAutoNum type="arabicPeriod"/>
            </a:pPr>
            <a:r>
              <a:rPr lang="en-US" sz="1800" b="1" i="0" dirty="0">
                <a:solidFill>
                  <a:srgbClr val="273239"/>
                </a:solidFill>
                <a:effectLst/>
                <a:latin typeface="Times New Roman" panose="02020603050405020304" pitchFamily="18" charset="0"/>
                <a:cs typeface="Times New Roman" panose="02020603050405020304" pitchFamily="18" charset="0"/>
              </a:rPr>
              <a:t>Hybrid P2P networks: </a:t>
            </a:r>
            <a:r>
              <a:rPr lang="en-US" sz="1800" b="0" i="0" dirty="0">
                <a:solidFill>
                  <a:srgbClr val="273239"/>
                </a:solidFill>
                <a:effectLst/>
                <a:latin typeface="Times New Roman" panose="02020603050405020304" pitchFamily="18" charset="0"/>
                <a:cs typeface="Times New Roman" panose="02020603050405020304" pitchFamily="18" charset="0"/>
              </a:rPr>
              <a:t>It combines the features of both P2P networks and client-server architecture. An example of such a network is to find a node using the central server.</a:t>
            </a:r>
          </a:p>
          <a:p>
            <a:pPr algn="l" fontAlgn="base"/>
            <a:endParaRPr 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EDEA0732-6BD8-BC08-B648-9E80EC197A72}"/>
              </a:ext>
            </a:extLst>
          </p:cNvPr>
          <p:cNvPicPr>
            <a:picLocks noChangeAspect="1"/>
          </p:cNvPicPr>
          <p:nvPr/>
        </p:nvPicPr>
        <p:blipFill>
          <a:blip r:embed="rId2"/>
          <a:stretch>
            <a:fillRect/>
          </a:stretch>
        </p:blipFill>
        <p:spPr>
          <a:xfrm>
            <a:off x="2796989" y="3752850"/>
            <a:ext cx="6736976" cy="2895600"/>
          </a:xfrm>
          <a:prstGeom prst="rect">
            <a:avLst/>
          </a:prstGeom>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525"/>
            <a:ext cx="12163425"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98422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ctrTitle"/>
          </p:nvPr>
        </p:nvSpPr>
        <p:spPr>
          <a:xfrm>
            <a:off x="3227295" y="234857"/>
            <a:ext cx="6548718" cy="666096"/>
          </a:xfrm>
        </p:spPr>
        <p:txBody>
          <a:bodyPr>
            <a:normAutofit/>
          </a:bodyPr>
          <a:lstStyle/>
          <a:p>
            <a:r>
              <a:rPr lang="en-US" sz="2400" b="1" kern="0" dirty="0">
                <a:effectLst/>
                <a:latin typeface="Times New Roman" panose="02020603050405020304" pitchFamily="18" charset="0"/>
                <a:ea typeface="Microsoft Sans Serif" panose="020B0604020202020204" pitchFamily="34" charset="0"/>
                <a:cs typeface="Times New Roman" panose="02020603050405020304" pitchFamily="18" charset="0"/>
              </a:rPr>
              <a:t>CCS335	CLOUD</a:t>
            </a:r>
            <a:r>
              <a:rPr lang="en-US" sz="2400" b="1" kern="0" spc="-20" dirty="0">
                <a:effectLst/>
                <a:latin typeface="Times New Roman" panose="02020603050405020304" pitchFamily="18" charset="0"/>
                <a:ea typeface="Microsoft Sans Serif" panose="020B0604020202020204" pitchFamily="34" charset="0"/>
                <a:cs typeface="Times New Roman" panose="02020603050405020304" pitchFamily="18" charset="0"/>
              </a:rPr>
              <a:t> </a:t>
            </a:r>
            <a:r>
              <a:rPr lang="en-US" sz="2400" b="1" kern="0" dirty="0">
                <a:effectLst/>
                <a:latin typeface="Times New Roman" panose="02020603050405020304" pitchFamily="18" charset="0"/>
                <a:ea typeface="Microsoft Sans Serif" panose="020B0604020202020204" pitchFamily="34" charset="0"/>
                <a:cs typeface="Times New Roman" panose="02020603050405020304" pitchFamily="18" charset="0"/>
              </a:rPr>
              <a:t>COMPUTING</a:t>
            </a:r>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type="subTitle" idx="1"/>
          </p:nvPr>
        </p:nvSpPr>
        <p:spPr>
          <a:xfrm>
            <a:off x="215153" y="900953"/>
            <a:ext cx="11833412" cy="5822576"/>
          </a:xfrm>
        </p:spPr>
        <p:txBody>
          <a:bodyPr>
            <a:noAutofit/>
          </a:bodyPr>
          <a:lstStyle/>
          <a:p>
            <a:pPr algn="l" fontAlgn="base"/>
            <a:endParaRPr lang="en-US" sz="1800" b="1" i="0" dirty="0" smtClean="0">
              <a:solidFill>
                <a:srgbClr val="273239"/>
              </a:solidFill>
              <a:effectLst/>
              <a:latin typeface="Times New Roman" panose="02020603050405020304" pitchFamily="18" charset="0"/>
              <a:cs typeface="Times New Roman" panose="02020603050405020304" pitchFamily="18" charset="0"/>
            </a:endParaRPr>
          </a:p>
          <a:p>
            <a:pPr algn="l" fontAlgn="base"/>
            <a:r>
              <a:rPr lang="en-US" sz="1800" b="1" i="0" dirty="0" smtClean="0">
                <a:solidFill>
                  <a:srgbClr val="273239"/>
                </a:solidFill>
                <a:effectLst/>
                <a:latin typeface="Times New Roman" panose="02020603050405020304" pitchFamily="18" charset="0"/>
                <a:cs typeface="Times New Roman" panose="02020603050405020304" pitchFamily="18" charset="0"/>
              </a:rPr>
              <a:t>How </a:t>
            </a:r>
            <a:r>
              <a:rPr lang="en-US" sz="1800" b="1" i="0" dirty="0">
                <a:solidFill>
                  <a:srgbClr val="273239"/>
                </a:solidFill>
                <a:effectLst/>
                <a:latin typeface="Times New Roman" panose="02020603050405020304" pitchFamily="18" charset="0"/>
                <a:cs typeface="Times New Roman" panose="02020603050405020304" pitchFamily="18" charset="0"/>
              </a:rPr>
              <a:t>Does P2P Network Work?</a:t>
            </a:r>
          </a:p>
          <a:p>
            <a:pPr algn="l" fontAlgn="base"/>
            <a:r>
              <a:rPr lang="en-US" sz="1800" b="0" i="0" dirty="0">
                <a:solidFill>
                  <a:srgbClr val="273239"/>
                </a:solidFill>
                <a:effectLst/>
                <a:latin typeface="Times New Roman" panose="02020603050405020304" pitchFamily="18" charset="0"/>
                <a:cs typeface="Times New Roman" panose="02020603050405020304" pitchFamily="18" charset="0"/>
              </a:rPr>
              <a:t>Let’s understand the working of the Peer-to-Peer network through an example. Suppose, the user wants to download a file through the peer-to-peer network then the download will be handled in this way:</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If the peer-to-peer software is not already installed, then the user first has to install the peer-to-peer software on his computer.</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This creates a virtual network of peer-to-peer application users.</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The user then downloads the file, which is received in bits that come from multiple computers in the network that have already that file.</a:t>
            </a:r>
          </a:p>
          <a:p>
            <a:pPr algn="l" fontAlgn="base">
              <a:buFont typeface="Arial" panose="020B0604020202020204" pitchFamily="34" charset="0"/>
              <a:buChar char="•"/>
            </a:pPr>
            <a:r>
              <a:rPr lang="en-US" sz="1800" b="0" i="0" dirty="0">
                <a:solidFill>
                  <a:srgbClr val="273239"/>
                </a:solidFill>
                <a:effectLst/>
                <a:latin typeface="Times New Roman" panose="02020603050405020304" pitchFamily="18" charset="0"/>
                <a:cs typeface="Times New Roman" panose="02020603050405020304" pitchFamily="18" charset="0"/>
              </a:rPr>
              <a:t>The data is also sent from the user’s computer to other computers in the network that ask for the data that exist on the user’s computer.</a:t>
            </a:r>
          </a:p>
          <a:p>
            <a:pPr algn="l" fontAlgn="base"/>
            <a:r>
              <a:rPr lang="en-US" sz="1800" b="0" i="0" dirty="0">
                <a:solidFill>
                  <a:srgbClr val="273239"/>
                </a:solidFill>
                <a:effectLst/>
                <a:latin typeface="Times New Roman" panose="02020603050405020304" pitchFamily="18" charset="0"/>
                <a:cs typeface="Times New Roman" panose="02020603050405020304" pitchFamily="18" charset="0"/>
              </a:rPr>
              <a:t>Thus, it can be said that in the peer-to-peer network the file transfer load is distributed among the peer computers.</a:t>
            </a:r>
          </a:p>
          <a:p>
            <a:pPr algn="l" fontAlgn="base"/>
            <a:r>
              <a:rPr lang="en-US" sz="1800" b="1" i="0" dirty="0">
                <a:solidFill>
                  <a:srgbClr val="273239"/>
                </a:solidFill>
                <a:effectLst/>
                <a:latin typeface="Times New Roman" panose="02020603050405020304" pitchFamily="18" charset="0"/>
                <a:cs typeface="Times New Roman" panose="02020603050405020304" pitchFamily="18" charset="0"/>
              </a:rPr>
              <a:t>How to Use a P2P Network Efficiently?</a:t>
            </a:r>
          </a:p>
          <a:p>
            <a:pPr algn="l" fontAlgn="base"/>
            <a:r>
              <a:rPr lang="en-US" sz="1800" b="0" i="0" dirty="0">
                <a:solidFill>
                  <a:srgbClr val="273239"/>
                </a:solidFill>
                <a:effectLst/>
                <a:latin typeface="Times New Roman" panose="02020603050405020304" pitchFamily="18" charset="0"/>
                <a:cs typeface="Times New Roman" panose="02020603050405020304" pitchFamily="18" charset="0"/>
              </a:rPr>
              <a:t>Firstly secure your network via privacy solutions.  Below are some of the measures to keep the P2P network secure:</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Share and download legal files:</a:t>
            </a:r>
            <a:r>
              <a:rPr lang="en-US" sz="1800" b="0" i="0" dirty="0">
                <a:solidFill>
                  <a:srgbClr val="273239"/>
                </a:solidFill>
                <a:effectLst/>
                <a:latin typeface="Times New Roman" panose="02020603050405020304" pitchFamily="18" charset="0"/>
                <a:cs typeface="Times New Roman" panose="02020603050405020304" pitchFamily="18" charset="0"/>
              </a:rPr>
              <a:t> Double-check the files that are being downloaded before sharing them with other employees. It is very important to make sure that only legal files are downloaded.</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Design strategy for sharing: </a:t>
            </a:r>
            <a:r>
              <a:rPr lang="en-US" sz="1800" b="0" i="0" dirty="0">
                <a:solidFill>
                  <a:srgbClr val="273239"/>
                </a:solidFill>
                <a:effectLst/>
                <a:latin typeface="Times New Roman" panose="02020603050405020304" pitchFamily="18" charset="0"/>
                <a:cs typeface="Times New Roman" panose="02020603050405020304" pitchFamily="18" charset="0"/>
              </a:rPr>
              <a:t>Design a strategy that suits the underlying architecture in order to manage applications and underlying data.</a:t>
            </a:r>
          </a:p>
          <a:p>
            <a:pPr algn="l" fontAlgn="base"/>
            <a:endParaRPr lang="en-US" sz="1800" dirty="0">
              <a:latin typeface="Times New Roman" panose="02020603050405020304" pitchFamily="18" charset="0"/>
              <a:cs typeface="Times New Roman" panose="02020603050405020304" pitchFamily="18" charset="0"/>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634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4904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ctrTitle"/>
          </p:nvPr>
        </p:nvSpPr>
        <p:spPr>
          <a:xfrm>
            <a:off x="3227295" y="234857"/>
            <a:ext cx="6548718" cy="289578"/>
          </a:xfrm>
        </p:spPr>
        <p:txBody>
          <a:bodyPr>
            <a:normAutofit fontScale="90000"/>
          </a:bodyPr>
          <a:lstStyle/>
          <a:p>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type="subTitle" idx="1"/>
          </p:nvPr>
        </p:nvSpPr>
        <p:spPr>
          <a:xfrm>
            <a:off x="215153" y="524435"/>
            <a:ext cx="11833412" cy="6199094"/>
          </a:xfrm>
        </p:spPr>
        <p:txBody>
          <a:bodyPr>
            <a:noAutofit/>
          </a:bodyPr>
          <a:lstStyle/>
          <a:p>
            <a:pPr algn="l" fontAlgn="base"/>
            <a:endParaRPr lang="en-US" sz="1800" b="1" dirty="0" smtClean="0">
              <a:solidFill>
                <a:srgbClr val="273239"/>
              </a:solidFill>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1800" b="1" i="0" dirty="0" smtClean="0">
                <a:solidFill>
                  <a:srgbClr val="273239"/>
                </a:solidFill>
                <a:effectLst/>
                <a:latin typeface="Times New Roman" panose="02020603050405020304" pitchFamily="18" charset="0"/>
                <a:cs typeface="Times New Roman" panose="02020603050405020304" pitchFamily="18" charset="0"/>
              </a:rPr>
              <a:t>Keep </a:t>
            </a:r>
            <a:r>
              <a:rPr lang="en-US" sz="1800" b="1" i="0" dirty="0">
                <a:solidFill>
                  <a:srgbClr val="273239"/>
                </a:solidFill>
                <a:effectLst/>
                <a:latin typeface="Times New Roman" panose="02020603050405020304" pitchFamily="18" charset="0"/>
                <a:cs typeface="Times New Roman" panose="02020603050405020304" pitchFamily="18" charset="0"/>
              </a:rPr>
              <a:t>security practices up-to-date: </a:t>
            </a:r>
            <a:r>
              <a:rPr lang="en-US" sz="1800" b="0" i="0" dirty="0">
                <a:solidFill>
                  <a:srgbClr val="273239"/>
                </a:solidFill>
                <a:effectLst/>
                <a:latin typeface="Times New Roman" panose="02020603050405020304" pitchFamily="18" charset="0"/>
                <a:cs typeface="Times New Roman" panose="02020603050405020304" pitchFamily="18" charset="0"/>
              </a:rPr>
              <a:t>Keep a check on the cyber security threats which might prevail in the network. Invest in good quality software that can sustain attacks and prevent the network from being exploited. Update your software regularly. </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Scan all downloads: </a:t>
            </a:r>
            <a:r>
              <a:rPr lang="en-US" sz="1800" b="0" i="0" dirty="0">
                <a:solidFill>
                  <a:srgbClr val="273239"/>
                </a:solidFill>
                <a:effectLst/>
                <a:latin typeface="Times New Roman" panose="02020603050405020304" pitchFamily="18" charset="0"/>
                <a:cs typeface="Times New Roman" panose="02020603050405020304" pitchFamily="18" charset="0"/>
              </a:rPr>
              <a:t>This is used to constantly check and scan all the files for viruses before downloading them. This helps to ensure that safe files are being downloaded and in case, any file with potential threat is detected then report to the IT Staff.</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Proper shutdown of P2P networking after use: </a:t>
            </a:r>
            <a:r>
              <a:rPr lang="en-US" sz="1800" b="0" i="0" dirty="0">
                <a:solidFill>
                  <a:srgbClr val="273239"/>
                </a:solidFill>
                <a:effectLst/>
                <a:latin typeface="Times New Roman" panose="02020603050405020304" pitchFamily="18" charset="0"/>
                <a:cs typeface="Times New Roman" panose="02020603050405020304" pitchFamily="18" charset="0"/>
              </a:rPr>
              <a:t>It is very important to correctly shut down the software to avoid unnecessary access to third persons to the files in the network. Even if the windows are closed after file sharing but the software is still active then the unauthorized user can still gain access to the network which can be a major security breach in the network.</a:t>
            </a:r>
          </a:p>
          <a:p>
            <a:pPr algn="l" fontAlgn="base"/>
            <a:r>
              <a:rPr lang="en-US" sz="1800" b="1" i="0" u="sng" dirty="0">
                <a:solidFill>
                  <a:srgbClr val="273239"/>
                </a:solidFill>
                <a:effectLst/>
                <a:latin typeface="Times New Roman" panose="02020603050405020304" pitchFamily="18" charset="0"/>
                <a:cs typeface="Times New Roman" panose="02020603050405020304" pitchFamily="18" charset="0"/>
              </a:rPr>
              <a:t>Applications of P2P Network</a:t>
            </a:r>
          </a:p>
          <a:p>
            <a:pPr algn="l" fontAlgn="base"/>
            <a:r>
              <a:rPr lang="en-US" sz="1800" b="0" i="0" dirty="0">
                <a:solidFill>
                  <a:srgbClr val="273239"/>
                </a:solidFill>
                <a:effectLst/>
                <a:latin typeface="Times New Roman" panose="02020603050405020304" pitchFamily="18" charset="0"/>
                <a:cs typeface="Times New Roman" panose="02020603050405020304" pitchFamily="18" charset="0"/>
              </a:rPr>
              <a:t>Below are some of the common uses of P2P network:</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File sharing: </a:t>
            </a:r>
            <a:r>
              <a:rPr lang="en-US" sz="1800" b="0" i="0" dirty="0">
                <a:solidFill>
                  <a:srgbClr val="273239"/>
                </a:solidFill>
                <a:effectLst/>
                <a:latin typeface="Times New Roman" panose="02020603050405020304" pitchFamily="18" charset="0"/>
                <a:cs typeface="Times New Roman" panose="02020603050405020304" pitchFamily="18" charset="0"/>
              </a:rPr>
              <a:t>P2P network is the most convenient, cost-efficient method for file sharing for businesses. Using this type of network there is no need for intermediate servers to transfer the file. </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Direct messaging: </a:t>
            </a:r>
            <a:r>
              <a:rPr lang="en-US" sz="1800" b="0" i="0" dirty="0">
                <a:solidFill>
                  <a:srgbClr val="273239"/>
                </a:solidFill>
                <a:effectLst/>
                <a:latin typeface="Times New Roman" panose="02020603050405020304" pitchFamily="18" charset="0"/>
                <a:cs typeface="Times New Roman" panose="02020603050405020304" pitchFamily="18" charset="0"/>
              </a:rPr>
              <a:t>P2P network provides a secure, quick, and efficient way to communicate. This is possible due to the use of encryption at both the peers and access to easy messaging tools.</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Collaboration: </a:t>
            </a:r>
            <a:r>
              <a:rPr lang="en-US" sz="1800" b="0" i="0" dirty="0">
                <a:solidFill>
                  <a:srgbClr val="273239"/>
                </a:solidFill>
                <a:effectLst/>
                <a:latin typeface="Times New Roman" panose="02020603050405020304" pitchFamily="18" charset="0"/>
                <a:cs typeface="Times New Roman" panose="02020603050405020304" pitchFamily="18" charset="0"/>
              </a:rPr>
              <a:t>The easy file sharing also helps to build collaboration among other peers in the network. </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File sharing networks: </a:t>
            </a:r>
            <a:r>
              <a:rPr lang="en-US" sz="1800" b="0" i="0" dirty="0">
                <a:solidFill>
                  <a:srgbClr val="273239"/>
                </a:solidFill>
                <a:effectLst/>
                <a:latin typeface="Times New Roman" panose="02020603050405020304" pitchFamily="18" charset="0"/>
                <a:cs typeface="Times New Roman" panose="02020603050405020304" pitchFamily="18" charset="0"/>
              </a:rPr>
              <a:t>Many P2P file sharing networks like G2, and </a:t>
            </a:r>
            <a:r>
              <a:rPr lang="en-US" sz="1800" b="0" i="0" dirty="0" err="1">
                <a:solidFill>
                  <a:srgbClr val="273239"/>
                </a:solidFill>
                <a:effectLst/>
                <a:latin typeface="Times New Roman" panose="02020603050405020304" pitchFamily="18" charset="0"/>
                <a:cs typeface="Times New Roman" panose="02020603050405020304" pitchFamily="18" charset="0"/>
              </a:rPr>
              <a:t>eDonkey</a:t>
            </a:r>
            <a:r>
              <a:rPr lang="en-US" sz="1800" b="0" i="0" dirty="0">
                <a:solidFill>
                  <a:srgbClr val="273239"/>
                </a:solidFill>
                <a:effectLst/>
                <a:latin typeface="Times New Roman" panose="02020603050405020304" pitchFamily="18" charset="0"/>
                <a:cs typeface="Times New Roman" panose="02020603050405020304" pitchFamily="18" charset="0"/>
              </a:rPr>
              <a:t> have popularized peer-to-peer technologies. </a:t>
            </a:r>
          </a:p>
          <a:p>
            <a:pPr algn="l" fontAlgn="base"/>
            <a:r>
              <a:rPr lang="en-US" sz="1800" b="1" dirty="0">
                <a:solidFill>
                  <a:srgbClr val="273239"/>
                </a:solidFill>
                <a:latin typeface="Times New Roman" panose="02020603050405020304" pitchFamily="18" charset="0"/>
                <a:cs typeface="Times New Roman" panose="02020603050405020304" pitchFamily="18" charset="0"/>
              </a:rPr>
              <a:t>Content distribution: </a:t>
            </a:r>
            <a:r>
              <a:rPr lang="en-US" sz="1800" dirty="0">
                <a:solidFill>
                  <a:srgbClr val="273239"/>
                </a:solidFill>
                <a:latin typeface="Times New Roman" panose="02020603050405020304" pitchFamily="18" charset="0"/>
                <a:cs typeface="Times New Roman" panose="02020603050405020304" pitchFamily="18" charset="0"/>
              </a:rPr>
              <a:t>In a P2P network, </a:t>
            </a:r>
            <a:r>
              <a:rPr lang="en-US" sz="1800" dirty="0" smtClean="0">
                <a:solidFill>
                  <a:srgbClr val="273239"/>
                </a:solidFill>
                <a:latin typeface="Times New Roman" panose="02020603050405020304" pitchFamily="18" charset="0"/>
                <a:cs typeface="Times New Roman" panose="02020603050405020304" pitchFamily="18" charset="0"/>
              </a:rPr>
              <a:t>unlike </a:t>
            </a:r>
            <a:r>
              <a:rPr lang="en-US" sz="1800" dirty="0">
                <a:solidFill>
                  <a:srgbClr val="273239"/>
                </a:solidFill>
                <a:latin typeface="Times New Roman" panose="02020603050405020304" pitchFamily="18" charset="0"/>
                <a:cs typeface="Times New Roman" panose="02020603050405020304" pitchFamily="18" charset="0"/>
              </a:rPr>
              <a:t>the client-server system so the clients can both provide and use resources. Thus, the content serving capacity of the P2P networks can actually increase as more users begin to access the content. </a:t>
            </a:r>
          </a:p>
          <a:p>
            <a:pPr algn="l" fontAlgn="base"/>
            <a:endParaRPr lang="en-US" sz="1800" dirty="0">
              <a:latin typeface="Times New Roman" panose="02020603050405020304" pitchFamily="18" charset="0"/>
              <a:cs typeface="Times New Roman" panose="02020603050405020304" pitchFamily="18" charset="0"/>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66676"/>
            <a:ext cx="1216342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11044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ctrTitle"/>
          </p:nvPr>
        </p:nvSpPr>
        <p:spPr>
          <a:xfrm>
            <a:off x="3227295" y="234857"/>
            <a:ext cx="6548718" cy="289578"/>
          </a:xfrm>
        </p:spPr>
        <p:txBody>
          <a:bodyPr>
            <a:normAutofit fontScale="90000"/>
          </a:bodyPr>
          <a:lstStyle/>
          <a:p>
            <a:endParaRPr lang="en-US" sz="2400" b="1" kern="0" dirty="0">
              <a:effectLst/>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type="subTitle" idx="1"/>
          </p:nvPr>
        </p:nvSpPr>
        <p:spPr>
          <a:xfrm>
            <a:off x="215153" y="942976"/>
            <a:ext cx="11833412" cy="5838824"/>
          </a:xfrm>
        </p:spPr>
        <p:txBody>
          <a:bodyPr>
            <a:noAutofit/>
          </a:bodyPr>
          <a:lstStyle/>
          <a:p>
            <a:pPr algn="l" fontAlgn="base">
              <a:buFont typeface="Arial" panose="020B0604020202020204" pitchFamily="34" charset="0"/>
              <a:buChar char="•"/>
            </a:pPr>
            <a:endParaRPr lang="en-US" sz="1800" b="1" dirty="0" smtClean="0">
              <a:solidFill>
                <a:srgbClr val="273239"/>
              </a:solidFill>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1800" b="1" dirty="0" smtClean="0">
                <a:solidFill>
                  <a:srgbClr val="273239"/>
                </a:solidFill>
                <a:latin typeface="Times New Roman" panose="02020603050405020304" pitchFamily="18" charset="0"/>
                <a:cs typeface="Times New Roman" panose="02020603050405020304" pitchFamily="18" charset="0"/>
              </a:rPr>
              <a:t>IP </a:t>
            </a:r>
            <a:r>
              <a:rPr lang="en-US" sz="1800" b="1" dirty="0">
                <a:solidFill>
                  <a:srgbClr val="273239"/>
                </a:solidFill>
                <a:latin typeface="Times New Roman" panose="02020603050405020304" pitchFamily="18" charset="0"/>
                <a:cs typeface="Times New Roman" panose="02020603050405020304" pitchFamily="18" charset="0"/>
              </a:rPr>
              <a:t>Telephony: </a:t>
            </a:r>
            <a:r>
              <a:rPr lang="en-US" sz="1800" dirty="0">
                <a:solidFill>
                  <a:srgbClr val="273239"/>
                </a:solidFill>
                <a:latin typeface="Times New Roman" panose="02020603050405020304" pitchFamily="18" charset="0"/>
                <a:cs typeface="Times New Roman" panose="02020603050405020304" pitchFamily="18" charset="0"/>
              </a:rPr>
              <a:t>Skype is one good example of a P2P application in VoIP. </a:t>
            </a:r>
          </a:p>
          <a:p>
            <a:pPr algn="l" fontAlgn="base"/>
            <a:r>
              <a:rPr lang="en-US" sz="1800" b="1" i="0" u="sng" dirty="0" smtClean="0">
                <a:solidFill>
                  <a:srgbClr val="273239"/>
                </a:solidFill>
                <a:effectLst/>
                <a:latin typeface="Times New Roman" panose="02020603050405020304" pitchFamily="18" charset="0"/>
                <a:cs typeface="Times New Roman" panose="02020603050405020304" pitchFamily="18" charset="0"/>
              </a:rPr>
              <a:t>Advantages </a:t>
            </a:r>
            <a:r>
              <a:rPr lang="en-US" sz="1800" b="1" i="0" u="sng" dirty="0">
                <a:solidFill>
                  <a:srgbClr val="273239"/>
                </a:solidFill>
                <a:effectLst/>
                <a:latin typeface="Times New Roman" panose="02020603050405020304" pitchFamily="18" charset="0"/>
                <a:cs typeface="Times New Roman" panose="02020603050405020304" pitchFamily="18" charset="0"/>
              </a:rPr>
              <a:t>of P2P Network</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Easy to maintain: </a:t>
            </a:r>
            <a:r>
              <a:rPr lang="en-US" sz="1800" b="0" i="0" dirty="0">
                <a:solidFill>
                  <a:srgbClr val="273239"/>
                </a:solidFill>
                <a:effectLst/>
                <a:latin typeface="Times New Roman" panose="02020603050405020304" pitchFamily="18" charset="0"/>
                <a:cs typeface="Times New Roman" panose="02020603050405020304" pitchFamily="18" charset="0"/>
              </a:rPr>
              <a:t>The network is easy to maintain because each node is independent of the other.</a:t>
            </a:r>
          </a:p>
          <a:p>
            <a:pPr algn="l" fontAlgn="base">
              <a:buFont typeface="Arial" panose="020B0604020202020204" pitchFamily="34" charset="0"/>
              <a:buChar char="•"/>
            </a:pPr>
            <a:r>
              <a:rPr lang="en-US" sz="1800" b="1" i="0" dirty="0" smtClean="0">
                <a:solidFill>
                  <a:srgbClr val="273239"/>
                </a:solidFill>
                <a:effectLst/>
                <a:latin typeface="Times New Roman" panose="02020603050405020304" pitchFamily="18" charset="0"/>
                <a:cs typeface="Times New Roman" panose="02020603050405020304" pitchFamily="18" charset="0"/>
              </a:rPr>
              <a:t>Less costly: </a:t>
            </a:r>
            <a:r>
              <a:rPr lang="en-US" sz="1800" b="0" i="0" dirty="0" smtClean="0">
                <a:solidFill>
                  <a:srgbClr val="273239"/>
                </a:solidFill>
                <a:effectLst/>
                <a:latin typeface="Times New Roman" panose="02020603050405020304" pitchFamily="18" charset="0"/>
                <a:cs typeface="Times New Roman" panose="02020603050405020304" pitchFamily="18" charset="0"/>
              </a:rPr>
              <a:t>Since each node acts as a server, therefore the cost of the central server is saved. Thus, there is no need to buy an expensive server.</a:t>
            </a:r>
          </a:p>
          <a:p>
            <a:pPr algn="l" fontAlgn="base">
              <a:buFont typeface="Arial" panose="020B0604020202020204" pitchFamily="34" charset="0"/>
              <a:buChar char="•"/>
            </a:pPr>
            <a:r>
              <a:rPr lang="en-US" sz="1800" b="1" i="0" dirty="0" smtClean="0">
                <a:solidFill>
                  <a:srgbClr val="273239"/>
                </a:solidFill>
                <a:effectLst/>
                <a:latin typeface="Times New Roman" panose="02020603050405020304" pitchFamily="18" charset="0"/>
                <a:cs typeface="Times New Roman" panose="02020603050405020304" pitchFamily="18" charset="0"/>
              </a:rPr>
              <a:t>No </a:t>
            </a:r>
            <a:r>
              <a:rPr lang="en-US" sz="1800" b="1" i="0" dirty="0">
                <a:solidFill>
                  <a:srgbClr val="273239"/>
                </a:solidFill>
                <a:effectLst/>
                <a:latin typeface="Times New Roman" panose="02020603050405020304" pitchFamily="18" charset="0"/>
                <a:cs typeface="Times New Roman" panose="02020603050405020304" pitchFamily="18" charset="0"/>
              </a:rPr>
              <a:t>network manager:</a:t>
            </a:r>
            <a:r>
              <a:rPr lang="en-US" sz="1800" b="0" i="0" dirty="0">
                <a:solidFill>
                  <a:srgbClr val="273239"/>
                </a:solidFill>
                <a:effectLst/>
                <a:latin typeface="Times New Roman" panose="02020603050405020304" pitchFamily="18" charset="0"/>
                <a:cs typeface="Times New Roman" panose="02020603050405020304" pitchFamily="18" charset="0"/>
              </a:rPr>
              <a:t> In a P2P network since each node manages his or her own computer, thus there is no need for a network manager.</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Adding nodes is easy: </a:t>
            </a:r>
            <a:r>
              <a:rPr lang="en-US" sz="1800" b="0" i="0" dirty="0">
                <a:solidFill>
                  <a:srgbClr val="273239"/>
                </a:solidFill>
                <a:effectLst/>
                <a:latin typeface="Times New Roman" panose="02020603050405020304" pitchFamily="18" charset="0"/>
                <a:cs typeface="Times New Roman" panose="02020603050405020304" pitchFamily="18" charset="0"/>
              </a:rPr>
              <a:t>Adding, deleting, and repairing nodes in this network is easy.</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Less network traffic: </a:t>
            </a:r>
            <a:r>
              <a:rPr lang="en-US" sz="1800" b="0" i="0" dirty="0">
                <a:solidFill>
                  <a:srgbClr val="273239"/>
                </a:solidFill>
                <a:effectLst/>
                <a:latin typeface="Times New Roman" panose="02020603050405020304" pitchFamily="18" charset="0"/>
                <a:cs typeface="Times New Roman" panose="02020603050405020304" pitchFamily="18" charset="0"/>
              </a:rPr>
              <a:t>In a P2P network, there is less network traffic than in a client/ server network.</a:t>
            </a:r>
          </a:p>
          <a:p>
            <a:pPr algn="l" fontAlgn="base"/>
            <a:r>
              <a:rPr lang="en-US" sz="1800" b="1" i="0" u="sng" dirty="0">
                <a:solidFill>
                  <a:srgbClr val="273239"/>
                </a:solidFill>
                <a:effectLst/>
                <a:latin typeface="Times New Roman" panose="02020603050405020304" pitchFamily="18" charset="0"/>
                <a:cs typeface="Times New Roman" panose="02020603050405020304" pitchFamily="18" charset="0"/>
              </a:rPr>
              <a:t>Disadvantages of P2P Network</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Data is vulnerable: </a:t>
            </a:r>
            <a:r>
              <a:rPr lang="en-US" sz="1800" b="0" i="0" dirty="0">
                <a:solidFill>
                  <a:srgbClr val="273239"/>
                </a:solidFill>
                <a:effectLst/>
                <a:latin typeface="Times New Roman" panose="02020603050405020304" pitchFamily="18" charset="0"/>
                <a:cs typeface="Times New Roman" panose="02020603050405020304" pitchFamily="18" charset="0"/>
              </a:rPr>
              <a:t>Because of no central server, data is always vulnerable to getting lost because of no backup.</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Less secure: </a:t>
            </a:r>
            <a:r>
              <a:rPr lang="en-US" sz="1800" b="0" i="0" dirty="0">
                <a:solidFill>
                  <a:srgbClr val="273239"/>
                </a:solidFill>
                <a:effectLst/>
                <a:latin typeface="Times New Roman" panose="02020603050405020304" pitchFamily="18" charset="0"/>
                <a:cs typeface="Times New Roman" panose="02020603050405020304" pitchFamily="18" charset="0"/>
              </a:rPr>
              <a:t>It becomes difficult to secure the complete network because each node is independent. </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Slow performance: </a:t>
            </a:r>
            <a:r>
              <a:rPr lang="en-US" sz="1800" b="0" i="0" dirty="0">
                <a:solidFill>
                  <a:srgbClr val="273239"/>
                </a:solidFill>
                <a:effectLst/>
                <a:latin typeface="Times New Roman" panose="02020603050405020304" pitchFamily="18" charset="0"/>
                <a:cs typeface="Times New Roman" panose="02020603050405020304" pitchFamily="18" charset="0"/>
              </a:rPr>
              <a:t>In a P2P network, each computer is accessed by other computers in the network which slows down the performance of the user.</a:t>
            </a:r>
          </a:p>
          <a:p>
            <a:pPr algn="l" fontAlgn="base">
              <a:buFont typeface="Arial" panose="020B0604020202020204" pitchFamily="34" charset="0"/>
              <a:buChar char="•"/>
            </a:pPr>
            <a:r>
              <a:rPr lang="en-US" sz="1800" b="1" i="0" dirty="0">
                <a:solidFill>
                  <a:srgbClr val="273239"/>
                </a:solidFill>
                <a:effectLst/>
                <a:latin typeface="Times New Roman" panose="02020603050405020304" pitchFamily="18" charset="0"/>
                <a:cs typeface="Times New Roman" panose="02020603050405020304" pitchFamily="18" charset="0"/>
              </a:rPr>
              <a:t>Files hard to locate: </a:t>
            </a:r>
            <a:r>
              <a:rPr lang="en-US" sz="1800" b="0" i="0" dirty="0">
                <a:solidFill>
                  <a:srgbClr val="273239"/>
                </a:solidFill>
                <a:effectLst/>
                <a:latin typeface="Times New Roman" panose="02020603050405020304" pitchFamily="18" charset="0"/>
                <a:cs typeface="Times New Roman" panose="02020603050405020304" pitchFamily="18" charset="0"/>
              </a:rPr>
              <a:t>In a P2P network, the files are not centrally stored, rather they are stored on individual computers which makes it difficult to locate the files.</a:t>
            </a:r>
          </a:p>
          <a:p>
            <a:pPr algn="l" fontAlgn="base"/>
            <a:endParaRPr lang="en-US" sz="1800" dirty="0">
              <a:latin typeface="Times New Roman" panose="02020603050405020304" pitchFamily="18" charset="0"/>
              <a:cs typeface="Times New Roman" panose="02020603050405020304" pitchFamily="18"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66676"/>
            <a:ext cx="1216342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83014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ctrTitle"/>
          </p:nvPr>
        </p:nvSpPr>
        <p:spPr>
          <a:xfrm>
            <a:off x="3227295" y="234857"/>
            <a:ext cx="6548718" cy="666096"/>
          </a:xfrm>
        </p:spPr>
        <p:txBody>
          <a:bodyPr>
            <a:normAutofit/>
          </a:bodyPr>
          <a:lstStyle/>
          <a:p>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type="subTitle" idx="1"/>
          </p:nvPr>
        </p:nvSpPr>
        <p:spPr>
          <a:xfrm>
            <a:off x="215153" y="900953"/>
            <a:ext cx="11833412" cy="5822576"/>
          </a:xfrm>
        </p:spPr>
        <p:txBody>
          <a:bodyPr>
            <a:normAutofit/>
          </a:bodyPr>
          <a:lstStyle/>
          <a:p>
            <a:pPr algn="l"/>
            <a:r>
              <a:rPr lang="en-US" sz="1800" b="1" dirty="0">
                <a:latin typeface="Times New Roman" panose="02020603050405020304" pitchFamily="18" charset="0"/>
                <a:cs typeface="Times New Roman" panose="02020603050405020304" pitchFamily="18" charset="0"/>
              </a:rPr>
              <a:t>what is cloud computing? </a:t>
            </a:r>
            <a:r>
              <a:rPr lang="en-US" sz="1800" b="1" dirty="0">
                <a:latin typeface="Times New Roman" panose="02020603050405020304" pitchFamily="18" charset="0"/>
                <a:cs typeface="Times New Roman" panose="02020603050405020304" pitchFamily="18" charset="0"/>
                <a:hlinkClick r:id="rId2"/>
              </a:rPr>
              <a:t>https://youtu.be/_</a:t>
            </a:r>
            <a:r>
              <a:rPr lang="en-US" sz="1800" b="1" dirty="0" smtClean="0">
                <a:latin typeface="Times New Roman" panose="02020603050405020304" pitchFamily="18" charset="0"/>
                <a:cs typeface="Times New Roman" panose="02020603050405020304" pitchFamily="18" charset="0"/>
                <a:hlinkClick r:id="rId2"/>
              </a:rPr>
              <a:t>a6us8kaq0g?si=JoFrH3y9LcG4KBEh</a:t>
            </a:r>
            <a:r>
              <a:rPr lang="en-US" sz="1800" b="1" dirty="0" smtClean="0">
                <a:latin typeface="Times New Roman" panose="02020603050405020304" pitchFamily="18" charset="0"/>
                <a:cs typeface="Times New Roman" panose="02020603050405020304" pitchFamily="18" charset="0"/>
              </a:rPr>
              <a:t> –cloud computing</a:t>
            </a:r>
            <a:endParaRPr lang="en-US" sz="1800" b="1" dirty="0">
              <a:latin typeface="Times New Roman" panose="02020603050405020304" pitchFamily="18" charset="0"/>
              <a:cs typeface="Times New Roman" panose="02020603050405020304" pitchFamily="18" charset="0"/>
            </a:endParaRPr>
          </a:p>
          <a:p>
            <a:pPr algn="l"/>
            <a:r>
              <a:rPr lang="en-US" sz="1800" b="0" i="0" dirty="0">
                <a:solidFill>
                  <a:srgbClr val="4D5156"/>
                </a:solidFill>
                <a:effectLst/>
                <a:latin typeface="Times New Roman" panose="02020603050405020304" pitchFamily="18" charset="0"/>
                <a:cs typeface="Times New Roman" panose="02020603050405020304" pitchFamily="18" charset="0"/>
              </a:rPr>
              <a:t>Cloud computing is </a:t>
            </a:r>
            <a:r>
              <a:rPr lang="en-US" sz="1800" b="0" i="0" dirty="0">
                <a:solidFill>
                  <a:srgbClr val="040C28"/>
                </a:solidFill>
                <a:effectLst/>
                <a:latin typeface="Times New Roman" panose="02020603050405020304" pitchFamily="18" charset="0"/>
                <a:cs typeface="Times New Roman" panose="02020603050405020304" pitchFamily="18" charset="0"/>
              </a:rPr>
              <a:t>the delivery of different services through the Internet, including data storage, servers, databases, networking, and software</a:t>
            </a:r>
            <a:r>
              <a:rPr lang="en-US" sz="1800" b="0" i="0" dirty="0">
                <a:solidFill>
                  <a:srgbClr val="4D5156"/>
                </a:solidFill>
                <a:effectLst/>
                <a:latin typeface="Times New Roman" panose="02020603050405020304" pitchFamily="18" charset="0"/>
                <a:cs typeface="Times New Roman" panose="02020603050405020304" pitchFamily="18" charset="0"/>
              </a:rPr>
              <a:t>. Cloud storage has grown increasingly popular among individuals who need larger storage space and for businesses seeking an efficient off-site data back-up solution.</a:t>
            </a:r>
            <a:endParaRPr lang="en-US" sz="1800" b="1" i="0" dirty="0">
              <a:solidFill>
                <a:srgbClr val="4D5156"/>
              </a:solidFill>
              <a:effectLst/>
              <a:latin typeface="Times New Roman" panose="02020603050405020304" pitchFamily="18" charset="0"/>
              <a:cs typeface="Times New Roman" panose="02020603050405020304" pitchFamily="18" charset="0"/>
            </a:endParaRPr>
          </a:p>
          <a:p>
            <a:pPr algn="l"/>
            <a:r>
              <a:rPr lang="en-US" sz="1800" b="0" i="0" dirty="0">
                <a:effectLst/>
                <a:latin typeface="Times New Roman" panose="02020603050405020304" pitchFamily="18" charset="0"/>
                <a:cs typeface="Times New Roman" panose="02020603050405020304" pitchFamily="18" charset="0"/>
              </a:rPr>
              <a:t>Cloud computing also allows businesses to access and manage resources and applications wherever there is an internet connection, much like how you can check your email inbox online through a web browser. </a:t>
            </a:r>
            <a:endParaRPr lang="en-US" sz="1800" b="1" dirty="0">
              <a:solidFill>
                <a:srgbClr val="4D5156"/>
              </a:solidFill>
              <a:latin typeface="Times New Roman" panose="02020603050405020304" pitchFamily="18" charset="0"/>
              <a:cs typeface="Times New Roman" panose="02020603050405020304" pitchFamily="18" charset="0"/>
            </a:endParaRPr>
          </a:p>
          <a:p>
            <a:pPr algn="l"/>
            <a:r>
              <a:rPr lang="en-US" sz="1800" b="1" dirty="0">
                <a:latin typeface="Times New Roman" panose="02020603050405020304" pitchFamily="18" charset="0"/>
                <a:cs typeface="Times New Roman" panose="02020603050405020304" pitchFamily="18" charset="0"/>
              </a:rPr>
              <a:t>Characteristics of cloud computing </a:t>
            </a:r>
            <a:r>
              <a:rPr lang="en-US" sz="1800" b="1" dirty="0" smtClean="0">
                <a:latin typeface="Times New Roman" panose="02020603050405020304" pitchFamily="18" charset="0"/>
                <a:cs typeface="Times New Roman" panose="02020603050405020304" pitchFamily="18" charset="0"/>
              </a:rPr>
              <a:t> </a:t>
            </a:r>
            <a:r>
              <a:rPr lang="en-US" sz="1800" b="1" dirty="0" smtClean="0">
                <a:latin typeface="Times New Roman" panose="02020603050405020304" pitchFamily="18" charset="0"/>
                <a:cs typeface="Times New Roman" panose="02020603050405020304" pitchFamily="18" charset="0"/>
                <a:hlinkClick r:id="rId3"/>
              </a:rPr>
              <a:t>https</a:t>
            </a:r>
            <a:r>
              <a:rPr lang="en-US" sz="1800" b="1" dirty="0">
                <a:latin typeface="Times New Roman" panose="02020603050405020304" pitchFamily="18" charset="0"/>
                <a:cs typeface="Times New Roman" panose="02020603050405020304" pitchFamily="18" charset="0"/>
                <a:hlinkClick r:id="rId3"/>
              </a:rPr>
              <a:t>://</a:t>
            </a:r>
            <a:r>
              <a:rPr lang="en-US" sz="1800" b="1" dirty="0" smtClean="0">
                <a:latin typeface="Times New Roman" panose="02020603050405020304" pitchFamily="18" charset="0"/>
                <a:cs typeface="Times New Roman" panose="02020603050405020304" pitchFamily="18" charset="0"/>
                <a:hlinkClick r:id="rId3"/>
              </a:rPr>
              <a:t>youtu.be/M988_fsOSWo?si=hABo2BuumF4RbZ3w</a:t>
            </a:r>
            <a:r>
              <a:rPr lang="en-US" sz="1800" b="1" dirty="0" smtClean="0">
                <a:latin typeface="Times New Roman" panose="02020603050405020304" pitchFamily="18" charset="0"/>
                <a:cs typeface="Times New Roman" panose="02020603050405020304" pitchFamily="18" charset="0"/>
              </a:rPr>
              <a:t> –cloud computing</a:t>
            </a:r>
            <a:endParaRPr lang="en-US" sz="1800" b="1" dirty="0">
              <a:latin typeface="Times New Roman" panose="02020603050405020304" pitchFamily="18" charset="0"/>
              <a:cs typeface="Times New Roman" panose="02020603050405020304" pitchFamily="18" charset="0"/>
            </a:endParaRPr>
          </a:p>
          <a:p>
            <a:pPr algn="l"/>
            <a:endParaRPr lang="en-US" sz="2000" b="1" dirty="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 xmlns:a16="http://schemas.microsoft.com/office/drawing/2014/main" id="{9BF807D4-D2C7-5941-FA9A-5D7A7C8C0144}"/>
              </a:ext>
            </a:extLst>
          </p:cNvPr>
          <p:cNvPicPr>
            <a:picLocks noChangeAspect="1"/>
          </p:cNvPicPr>
          <p:nvPr/>
        </p:nvPicPr>
        <p:blipFill>
          <a:blip r:embed="rId4"/>
          <a:stretch>
            <a:fillRect/>
          </a:stretch>
        </p:blipFill>
        <p:spPr>
          <a:xfrm>
            <a:off x="2938462" y="3119718"/>
            <a:ext cx="6407244" cy="3588644"/>
          </a:xfrm>
          <a:prstGeom prst="rect">
            <a:avLst/>
          </a:prstGeom>
        </p:spPr>
      </p:pic>
      <p:pic>
        <p:nvPicPr>
          <p:cNvPr id="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 y="66676"/>
            <a:ext cx="1216342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3201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ctrTitle"/>
          </p:nvPr>
        </p:nvSpPr>
        <p:spPr>
          <a:xfrm>
            <a:off x="3227295" y="234857"/>
            <a:ext cx="6548718" cy="303025"/>
          </a:xfrm>
        </p:spPr>
        <p:txBody>
          <a:bodyPr>
            <a:normAutofit fontScale="90000"/>
          </a:bodyPr>
          <a:lstStyle/>
          <a:p>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type="subTitle" idx="1"/>
          </p:nvPr>
        </p:nvSpPr>
        <p:spPr>
          <a:xfrm>
            <a:off x="215153" y="537882"/>
            <a:ext cx="11833412" cy="6320117"/>
          </a:xfrm>
        </p:spPr>
        <p:txBody>
          <a:bodyPr>
            <a:noAutofit/>
          </a:bodyPr>
          <a:lstStyle/>
          <a:p>
            <a:pPr algn="l" fontAlgn="base">
              <a:buFont typeface="+mj-lt"/>
              <a:buAutoNum type="arabicPeriod"/>
            </a:pPr>
            <a:endParaRPr lang="en-US" sz="1800" b="1" i="0" dirty="0" smtClean="0">
              <a:solidFill>
                <a:srgbClr val="273239"/>
              </a:solidFill>
              <a:effectLst/>
              <a:latin typeface="Times New Roman" panose="02020603050405020304" pitchFamily="18" charset="0"/>
              <a:cs typeface="Times New Roman" panose="02020603050405020304" pitchFamily="18" charset="0"/>
            </a:endParaRPr>
          </a:p>
          <a:p>
            <a:pPr algn="l" fontAlgn="base">
              <a:buFont typeface="+mj-lt"/>
              <a:buAutoNum type="arabicPeriod"/>
            </a:pPr>
            <a:r>
              <a:rPr lang="en-US" sz="1800" b="1" i="0" dirty="0" smtClean="0">
                <a:solidFill>
                  <a:srgbClr val="273239"/>
                </a:solidFill>
                <a:effectLst/>
                <a:latin typeface="Times New Roman" panose="02020603050405020304" pitchFamily="18" charset="0"/>
                <a:cs typeface="Times New Roman" panose="02020603050405020304" pitchFamily="18" charset="0"/>
              </a:rPr>
              <a:t>On-demand </a:t>
            </a:r>
            <a:r>
              <a:rPr lang="en-US" sz="1800" b="1" i="0" dirty="0">
                <a:solidFill>
                  <a:srgbClr val="273239"/>
                </a:solidFill>
                <a:effectLst/>
                <a:latin typeface="Times New Roman" panose="02020603050405020304" pitchFamily="18" charset="0"/>
                <a:cs typeface="Times New Roman" panose="02020603050405020304" pitchFamily="18" charset="0"/>
              </a:rPr>
              <a:t>self-services:</a:t>
            </a:r>
            <a:r>
              <a:rPr lang="en-US" sz="1800" b="0" i="0" dirty="0">
                <a:solidFill>
                  <a:srgbClr val="273239"/>
                </a:solidFill>
                <a:effectLst/>
                <a:latin typeface="Times New Roman" panose="02020603050405020304" pitchFamily="18" charset="0"/>
                <a:cs typeface="Times New Roman" panose="02020603050405020304" pitchFamily="18" charset="0"/>
              </a:rPr>
              <a:t> The Cloud computing services does not require any human administrators, user themselves are able to provision, monitor and manage computing resources as needed.</a:t>
            </a:r>
          </a:p>
          <a:p>
            <a:pPr algn="l" fontAlgn="base">
              <a:buFont typeface="+mj-lt"/>
              <a:buAutoNum type="arabicPeriod"/>
            </a:pPr>
            <a:r>
              <a:rPr lang="en-US" sz="1800" b="1" i="0" dirty="0">
                <a:solidFill>
                  <a:srgbClr val="273239"/>
                </a:solidFill>
                <a:effectLst/>
                <a:latin typeface="Times New Roman" panose="02020603050405020304" pitchFamily="18" charset="0"/>
                <a:cs typeface="Times New Roman" panose="02020603050405020304" pitchFamily="18" charset="0"/>
              </a:rPr>
              <a:t>Broad network access:</a:t>
            </a:r>
            <a:r>
              <a:rPr lang="en-US" sz="1800" b="0" i="0" dirty="0">
                <a:solidFill>
                  <a:srgbClr val="273239"/>
                </a:solidFill>
                <a:effectLst/>
                <a:latin typeface="Times New Roman" panose="02020603050405020304" pitchFamily="18" charset="0"/>
                <a:cs typeface="Times New Roman" panose="02020603050405020304" pitchFamily="18" charset="0"/>
              </a:rPr>
              <a:t> The Computing services are generally provided over standard networks and heterogeneous devices.</a:t>
            </a:r>
          </a:p>
          <a:p>
            <a:pPr algn="l" fontAlgn="base">
              <a:buFont typeface="+mj-lt"/>
              <a:buAutoNum type="arabicPeriod"/>
            </a:pPr>
            <a:r>
              <a:rPr lang="en-US" sz="1800" b="1" i="0" dirty="0">
                <a:solidFill>
                  <a:srgbClr val="273239"/>
                </a:solidFill>
                <a:effectLst/>
                <a:latin typeface="Times New Roman" panose="02020603050405020304" pitchFamily="18" charset="0"/>
                <a:cs typeface="Times New Roman" panose="02020603050405020304" pitchFamily="18" charset="0"/>
              </a:rPr>
              <a:t>Rapid elasticity:</a:t>
            </a:r>
            <a:r>
              <a:rPr lang="en-US" sz="1800" b="0" i="0" dirty="0">
                <a:solidFill>
                  <a:srgbClr val="273239"/>
                </a:solidFill>
                <a:effectLst/>
                <a:latin typeface="Times New Roman" panose="02020603050405020304" pitchFamily="18" charset="0"/>
                <a:cs typeface="Times New Roman" panose="02020603050405020304" pitchFamily="18" charset="0"/>
              </a:rPr>
              <a:t> The Computing services should have IT resources that are able to scale out and in quickly and on as needed basis. Whenever the user require services it is provided to him and it is scale out as soon as its requirement gets over.</a:t>
            </a:r>
          </a:p>
          <a:p>
            <a:pPr algn="l" fontAlgn="base">
              <a:buFont typeface="+mj-lt"/>
              <a:buAutoNum type="arabicPeriod"/>
            </a:pPr>
            <a:r>
              <a:rPr lang="en-US" sz="1800" b="1" i="0" dirty="0">
                <a:solidFill>
                  <a:srgbClr val="273239"/>
                </a:solidFill>
                <a:effectLst/>
                <a:latin typeface="Times New Roman" panose="02020603050405020304" pitchFamily="18" charset="0"/>
                <a:cs typeface="Times New Roman" panose="02020603050405020304" pitchFamily="18" charset="0"/>
              </a:rPr>
              <a:t>Resource pooling:</a:t>
            </a:r>
            <a:r>
              <a:rPr lang="en-US" sz="1800" b="0" i="0" dirty="0">
                <a:solidFill>
                  <a:srgbClr val="273239"/>
                </a:solidFill>
                <a:effectLst/>
                <a:latin typeface="Times New Roman" panose="02020603050405020304" pitchFamily="18" charset="0"/>
                <a:cs typeface="Times New Roman" panose="02020603050405020304" pitchFamily="18" charset="0"/>
              </a:rPr>
              <a:t> The IT resource (e.g., networks, servers, storage, applications, and services) present are shared across multiple applications and occupant in an uncommitted manner. Multiple clients are provided service from a same physical resource.</a:t>
            </a:r>
          </a:p>
          <a:p>
            <a:pPr algn="l" fontAlgn="base">
              <a:buFont typeface="+mj-lt"/>
              <a:buAutoNum type="arabicPeriod"/>
            </a:pPr>
            <a:r>
              <a:rPr lang="en-US" sz="1800" b="1" i="0" dirty="0">
                <a:solidFill>
                  <a:srgbClr val="273239"/>
                </a:solidFill>
                <a:effectLst/>
                <a:latin typeface="Times New Roman" panose="02020603050405020304" pitchFamily="18" charset="0"/>
                <a:cs typeface="Times New Roman" panose="02020603050405020304" pitchFamily="18" charset="0"/>
              </a:rPr>
              <a:t>Measured service:</a:t>
            </a:r>
            <a:r>
              <a:rPr lang="en-US" sz="1800" b="0" i="0" dirty="0">
                <a:solidFill>
                  <a:srgbClr val="273239"/>
                </a:solidFill>
                <a:effectLst/>
                <a:latin typeface="Times New Roman" panose="02020603050405020304" pitchFamily="18" charset="0"/>
                <a:cs typeface="Times New Roman" panose="02020603050405020304" pitchFamily="18" charset="0"/>
              </a:rPr>
              <a:t> The resource utilization is tracked for each application and occupant, it will provide both the user and the resource provider with an account of what has been used. This is done for various reasons like monitoring billing and effective use of resource.</a:t>
            </a:r>
          </a:p>
          <a:p>
            <a:pPr algn="l" fontAlgn="base"/>
            <a:r>
              <a:rPr lang="en-US" sz="1800" b="1" i="0" u="sng" dirty="0" smtClean="0">
                <a:solidFill>
                  <a:srgbClr val="273239"/>
                </a:solidFill>
                <a:effectLst/>
                <a:latin typeface="Times New Roman" panose="02020603050405020304" pitchFamily="18" charset="0"/>
                <a:cs typeface="Times New Roman" panose="02020603050405020304" pitchFamily="18" charset="0"/>
              </a:rPr>
              <a:t>Advantages </a:t>
            </a:r>
            <a:r>
              <a:rPr lang="en-US" sz="1800" b="1" i="0" u="sng" dirty="0">
                <a:solidFill>
                  <a:srgbClr val="273239"/>
                </a:solidFill>
                <a:effectLst/>
                <a:latin typeface="Times New Roman" panose="02020603050405020304" pitchFamily="18" charset="0"/>
                <a:cs typeface="Times New Roman" panose="02020603050405020304" pitchFamily="18" charset="0"/>
              </a:rPr>
              <a:t>of </a:t>
            </a:r>
            <a:r>
              <a:rPr lang="en-US" sz="1800" b="1" i="0" u="sng" dirty="0" smtClean="0">
                <a:solidFill>
                  <a:srgbClr val="273239"/>
                </a:solidFill>
                <a:effectLst/>
                <a:latin typeface="Times New Roman" panose="02020603050405020304" pitchFamily="18" charset="0"/>
                <a:cs typeface="Times New Roman" panose="02020603050405020304" pitchFamily="18" charset="0"/>
              </a:rPr>
              <a:t>CC  </a:t>
            </a:r>
            <a:endParaRPr lang="en-US" sz="1800" b="1" i="0" u="sng" dirty="0">
              <a:solidFill>
                <a:srgbClr val="273239"/>
              </a:solidFill>
              <a:effectLst/>
              <a:latin typeface="Times New Roman" panose="02020603050405020304" pitchFamily="18" charset="0"/>
              <a:cs typeface="Times New Roman" panose="02020603050405020304" pitchFamily="18" charset="0"/>
            </a:endParaRPr>
          </a:p>
          <a:p>
            <a:pPr algn="l"/>
            <a:r>
              <a:rPr lang="en-US" sz="1800" b="1" dirty="0">
                <a:effectLst/>
                <a:latin typeface="Times New Roman" panose="02020603050405020304" pitchFamily="18" charset="0"/>
                <a:cs typeface="Times New Roman" panose="02020603050405020304" pitchFamily="18" charset="0"/>
              </a:rPr>
              <a:t>1. Flexibility </a:t>
            </a:r>
            <a:r>
              <a:rPr lang="en-US" sz="1800" b="1" dirty="0">
                <a:latin typeface="Times New Roman" panose="02020603050405020304" pitchFamily="18" charset="0"/>
                <a:cs typeface="Times New Roman" panose="02020603050405020304" pitchFamily="18" charset="0"/>
              </a:rPr>
              <a:t> </a:t>
            </a:r>
            <a:r>
              <a:rPr lang="en-US" sz="1800" b="1" dirty="0" smtClean="0">
                <a:latin typeface="Times New Roman" panose="02020603050405020304" pitchFamily="18" charset="0"/>
                <a:cs typeface="Times New Roman" panose="02020603050405020304" pitchFamily="18" charset="0"/>
              </a:rPr>
              <a:t> </a:t>
            </a:r>
            <a:r>
              <a:rPr lang="en-US" sz="1800" b="1" dirty="0" smtClean="0">
                <a:latin typeface="Times New Roman" panose="02020603050405020304" pitchFamily="18" charset="0"/>
                <a:cs typeface="Times New Roman" panose="02020603050405020304" pitchFamily="18" charset="0"/>
                <a:hlinkClick r:id="rId2"/>
              </a:rPr>
              <a:t>https</a:t>
            </a:r>
            <a:r>
              <a:rPr lang="en-US" sz="1800" b="1" dirty="0">
                <a:latin typeface="Times New Roman" panose="02020603050405020304" pitchFamily="18" charset="0"/>
                <a:cs typeface="Times New Roman" panose="02020603050405020304" pitchFamily="18" charset="0"/>
                <a:hlinkClick r:id="rId2"/>
              </a:rPr>
              <a:t>://</a:t>
            </a:r>
            <a:r>
              <a:rPr lang="en-US" sz="1800" b="1" dirty="0" smtClean="0">
                <a:latin typeface="Times New Roman" panose="02020603050405020304" pitchFamily="18" charset="0"/>
                <a:cs typeface="Times New Roman" panose="02020603050405020304" pitchFamily="18" charset="0"/>
                <a:hlinkClick r:id="rId2"/>
              </a:rPr>
              <a:t>youtu.be/C80hIkAK4FI?si=qc7ARdsPjVvifASL</a:t>
            </a:r>
            <a:r>
              <a:rPr lang="en-US" sz="1800" b="1" dirty="0" smtClean="0">
                <a:latin typeface="Times New Roman" panose="02020603050405020304" pitchFamily="18" charset="0"/>
                <a:cs typeface="Times New Roman" panose="02020603050405020304" pitchFamily="18" charset="0"/>
              </a:rPr>
              <a:t> – cloud computing in </a:t>
            </a:r>
            <a:r>
              <a:rPr lang="en-US" sz="1800" b="1" dirty="0" err="1" smtClean="0">
                <a:latin typeface="Times New Roman" panose="02020603050405020304" pitchFamily="18" charset="0"/>
                <a:cs typeface="Times New Roman" panose="02020603050405020304" pitchFamily="18" charset="0"/>
              </a:rPr>
              <a:t>tamil</a:t>
            </a:r>
            <a:endParaRPr lang="en-US" sz="1800" b="1" dirty="0">
              <a:effectLst/>
              <a:latin typeface="Times New Roman" panose="02020603050405020304" pitchFamily="18" charset="0"/>
              <a:cs typeface="Times New Roman" panose="02020603050405020304" pitchFamily="18" charset="0"/>
            </a:endParaRPr>
          </a:p>
          <a:p>
            <a:pPr algn="l"/>
            <a:r>
              <a:rPr lang="en-US" sz="1800" dirty="0">
                <a:effectLst/>
                <a:latin typeface="Times New Roman" panose="02020603050405020304" pitchFamily="18" charset="0"/>
                <a:cs typeface="Times New Roman" panose="02020603050405020304" pitchFamily="18" charset="0"/>
              </a:rPr>
              <a:t>One major advantage of cloud computing is that it gives businesses more flexibility. With it, </a:t>
            </a:r>
            <a:r>
              <a:rPr lang="en-US" sz="1800" dirty="0" err="1">
                <a:effectLst/>
                <a:latin typeface="Times New Roman" panose="02020603050405020304" pitchFamily="18" charset="0"/>
                <a:cs typeface="Times New Roman" panose="02020603050405020304" pitchFamily="18" charset="0"/>
              </a:rPr>
              <a:t>organisations</a:t>
            </a:r>
            <a:r>
              <a:rPr lang="en-US" sz="1800" dirty="0">
                <a:effectLst/>
                <a:latin typeface="Times New Roman" panose="02020603050405020304" pitchFamily="18" charset="0"/>
                <a:cs typeface="Times New Roman" panose="02020603050405020304" pitchFamily="18" charset="0"/>
              </a:rPr>
              <a:t> can quickly scale resources and storage up to satisfy business demands without investing in physical infrastructure.</a:t>
            </a:r>
          </a:p>
          <a:p>
            <a:pPr algn="l"/>
            <a:r>
              <a:rPr lang="en-US" sz="1800" dirty="0">
                <a:effectLst/>
                <a:latin typeface="Times New Roman" panose="02020603050405020304" pitchFamily="18" charset="0"/>
                <a:cs typeface="Times New Roman" panose="02020603050405020304" pitchFamily="18" charset="0"/>
              </a:rPr>
              <a:t>In the same way, if resources are not being used, they can scale back instantly because there are no low bandwidth limitations on the cloud. </a:t>
            </a:r>
            <a:endParaRPr lang="en-US" sz="1800" dirty="0" smtClean="0">
              <a:effectLst/>
              <a:latin typeface="Times New Roman" panose="02020603050405020304" pitchFamily="18" charset="0"/>
              <a:cs typeface="Times New Roman" panose="02020603050405020304" pitchFamily="18" charset="0"/>
            </a:endParaRPr>
          </a:p>
          <a:p>
            <a:pPr algn="l"/>
            <a:r>
              <a:rPr lang="en-US" sz="1800" dirty="0" smtClean="0">
                <a:effectLst/>
                <a:latin typeface="Times New Roman" panose="02020603050405020304" pitchFamily="18" charset="0"/>
                <a:cs typeface="Times New Roman" panose="02020603050405020304" pitchFamily="18" charset="0"/>
              </a:rPr>
              <a:t>Cloud </a:t>
            </a:r>
            <a:r>
              <a:rPr lang="en-US" sz="1800" dirty="0">
                <a:effectLst/>
                <a:latin typeface="Times New Roman" panose="02020603050405020304" pitchFamily="18" charset="0"/>
                <a:cs typeface="Times New Roman" panose="02020603050405020304" pitchFamily="18" charset="0"/>
              </a:rPr>
              <a:t>computing is more adaptable than the in-house technical infrastructure, allowing companies to make last-minute changes while maintaining productivity.</a:t>
            </a:r>
          </a:p>
          <a:p>
            <a:pPr algn="l"/>
            <a:r>
              <a:rPr lang="en-US" sz="1800" dirty="0">
                <a:effectLst/>
                <a:latin typeface="Times New Roman" panose="02020603050405020304" pitchFamily="18" charset="0"/>
                <a:cs typeface="Times New Roman" panose="02020603050405020304" pitchFamily="18" charset="0"/>
              </a:rPr>
              <a:t/>
            </a:r>
            <a:br>
              <a:rPr lang="en-US" sz="1800" dirty="0">
                <a:effectLst/>
                <a:latin typeface="Times New Roman" panose="02020603050405020304" pitchFamily="18" charset="0"/>
                <a:cs typeface="Times New Roman" panose="02020603050405020304" pitchFamily="18" charset="0"/>
              </a:rPr>
            </a:br>
            <a:endParaRPr lang="en-US" sz="1800" b="1" i="0" dirty="0">
              <a:solidFill>
                <a:srgbClr val="273239"/>
              </a:solidFill>
              <a:effectLst/>
              <a:latin typeface="Times New Roman" panose="02020603050405020304" pitchFamily="18" charset="0"/>
              <a:cs typeface="Times New Roman" panose="02020603050405020304" pitchFamily="18" charset="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 y="66676"/>
            <a:ext cx="1216342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94798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486B30-206F-F09C-78F2-157DA5D37EEB}"/>
              </a:ext>
            </a:extLst>
          </p:cNvPr>
          <p:cNvSpPr>
            <a:spLocks noGrp="1"/>
          </p:cNvSpPr>
          <p:nvPr>
            <p:ph type="ctrTitle"/>
          </p:nvPr>
        </p:nvSpPr>
        <p:spPr>
          <a:xfrm>
            <a:off x="3227295" y="234857"/>
            <a:ext cx="6548718" cy="303025"/>
          </a:xfrm>
        </p:spPr>
        <p:txBody>
          <a:bodyPr>
            <a:normAutofit fontScale="90000"/>
          </a:bodyPr>
          <a:lstStyle/>
          <a:p>
            <a:endParaRPr lang="en-IN" sz="2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3E88713C-096B-2CEE-25E6-4EED56C95149}"/>
              </a:ext>
            </a:extLst>
          </p:cNvPr>
          <p:cNvSpPr>
            <a:spLocks noGrp="1"/>
          </p:cNvSpPr>
          <p:nvPr>
            <p:ph type="subTitle" idx="1"/>
          </p:nvPr>
        </p:nvSpPr>
        <p:spPr>
          <a:xfrm>
            <a:off x="215153" y="942976"/>
            <a:ext cx="11833412" cy="5915024"/>
          </a:xfrm>
        </p:spPr>
        <p:txBody>
          <a:bodyPr>
            <a:noAutofit/>
          </a:bodyPr>
          <a:lstStyle/>
          <a:p>
            <a:pPr algn="l" fontAlgn="base"/>
            <a:r>
              <a:rPr lang="en-IN" sz="1800" b="1" i="0" dirty="0">
                <a:effectLst/>
                <a:latin typeface="Times New Roman" panose="02020603050405020304" pitchFamily="18" charset="0"/>
                <a:cs typeface="Times New Roman" panose="02020603050405020304" pitchFamily="18" charset="0"/>
              </a:rPr>
              <a:t>3. Data Security</a:t>
            </a:r>
          </a:p>
          <a:p>
            <a:pPr algn="l" fontAlgn="base"/>
            <a:r>
              <a:rPr lang="en-US" sz="1800" b="0" i="0" dirty="0">
                <a:effectLst/>
                <a:latin typeface="Times New Roman" panose="02020603050405020304" pitchFamily="18" charset="0"/>
                <a:cs typeface="Times New Roman" panose="02020603050405020304" pitchFamily="18" charset="0"/>
              </a:rPr>
              <a:t>Cloud computing features strong encryption on files and databases that can reduce the susceptibility to hacker attacks.</a:t>
            </a:r>
          </a:p>
          <a:p>
            <a:pPr algn="l"/>
            <a:r>
              <a:rPr lang="en-US" sz="1800" b="1" dirty="0">
                <a:effectLst/>
                <a:latin typeface="Times New Roman" panose="02020603050405020304" pitchFamily="18" charset="0"/>
                <a:cs typeface="Times New Roman" panose="02020603050405020304" pitchFamily="18" charset="0"/>
              </a:rPr>
              <a:t>4. Automatic Updates</a:t>
            </a:r>
          </a:p>
          <a:p>
            <a:pPr algn="l"/>
            <a:r>
              <a:rPr lang="en-US" sz="1800" dirty="0">
                <a:effectLst/>
                <a:latin typeface="Times New Roman" panose="02020603050405020304" pitchFamily="18" charset="0"/>
                <a:cs typeface="Times New Roman" panose="02020603050405020304" pitchFamily="18" charset="0"/>
              </a:rPr>
              <a:t>Cloud computing simplifies the process of regularly updating your Software or firmware. You no longer need to be concerned about manually updating your Software because the cloud handles everything. </a:t>
            </a:r>
            <a:endParaRPr lang="en-US" sz="1800" dirty="0" smtClean="0">
              <a:effectLst/>
              <a:latin typeface="Times New Roman" panose="02020603050405020304" pitchFamily="18" charset="0"/>
              <a:cs typeface="Times New Roman" panose="02020603050405020304" pitchFamily="18" charset="0"/>
            </a:endParaRPr>
          </a:p>
          <a:p>
            <a:pPr algn="l"/>
            <a:r>
              <a:rPr lang="en-US" sz="1800" dirty="0" smtClean="0">
                <a:effectLst/>
                <a:latin typeface="Times New Roman" panose="02020603050405020304" pitchFamily="18" charset="0"/>
                <a:cs typeface="Times New Roman" panose="02020603050405020304" pitchFamily="18" charset="0"/>
              </a:rPr>
              <a:t>Due </a:t>
            </a:r>
            <a:r>
              <a:rPr lang="en-US" sz="1800" dirty="0">
                <a:effectLst/>
                <a:latin typeface="Times New Roman" panose="02020603050405020304" pitchFamily="18" charset="0"/>
                <a:cs typeface="Times New Roman" panose="02020603050405020304" pitchFamily="18" charset="0"/>
              </a:rPr>
              <a:t>to cyclical upgrades and automatic software repairs, users can now concentrate their time and energy on work. Also, business IT departments are no longer required to update the Software manually. This saves time and money that would have been used for outside IT advice.</a:t>
            </a:r>
          </a:p>
          <a:p>
            <a:pPr algn="l"/>
            <a:r>
              <a:rPr lang="en-US" sz="1800" b="1" i="0" dirty="0">
                <a:effectLst/>
                <a:latin typeface="Times New Roman" panose="02020603050405020304" pitchFamily="18" charset="0"/>
                <a:cs typeface="Times New Roman" panose="02020603050405020304" pitchFamily="18" charset="0"/>
              </a:rPr>
              <a:t>Cons of Cloud </a:t>
            </a:r>
            <a:r>
              <a:rPr lang="en-US" sz="1800" b="1" dirty="0">
                <a:latin typeface="Times New Roman" panose="02020603050405020304" pitchFamily="18" charset="0"/>
                <a:cs typeface="Times New Roman" panose="02020603050405020304" pitchFamily="18" charset="0"/>
              </a:rPr>
              <a:t>Computing  </a:t>
            </a:r>
            <a:r>
              <a:rPr lang="en-US" sz="1800" b="1" dirty="0">
                <a:latin typeface="Times New Roman" panose="02020603050405020304" pitchFamily="18" charset="0"/>
                <a:cs typeface="Times New Roman" panose="02020603050405020304" pitchFamily="18" charset="0"/>
                <a:hlinkClick r:id="rId2"/>
              </a:rPr>
              <a:t>https://</a:t>
            </a:r>
            <a:r>
              <a:rPr lang="en-US" sz="1800" b="1" dirty="0" smtClean="0">
                <a:latin typeface="Times New Roman" panose="02020603050405020304" pitchFamily="18" charset="0"/>
                <a:cs typeface="Times New Roman" panose="02020603050405020304" pitchFamily="18" charset="0"/>
                <a:hlinkClick r:id="rId2"/>
              </a:rPr>
              <a:t>youtu.be/bVcYau9TmnA?si=d_E_Y0WH3ADevKcx</a:t>
            </a:r>
            <a:r>
              <a:rPr lang="en-US" sz="1800" b="1" dirty="0" smtClean="0">
                <a:latin typeface="Times New Roman" panose="02020603050405020304" pitchFamily="18" charset="0"/>
                <a:cs typeface="Times New Roman" panose="02020603050405020304" pitchFamily="18" charset="0"/>
              </a:rPr>
              <a:t> cloud computing in </a:t>
            </a:r>
            <a:r>
              <a:rPr lang="en-US" sz="1800" b="1" dirty="0" err="1" smtClean="0">
                <a:latin typeface="Times New Roman" panose="02020603050405020304" pitchFamily="18" charset="0"/>
                <a:cs typeface="Times New Roman" panose="02020603050405020304" pitchFamily="18" charset="0"/>
              </a:rPr>
              <a:t>tamil</a:t>
            </a:r>
            <a:endParaRPr lang="en-US" sz="1800" b="1" i="0" dirty="0">
              <a:effectLst/>
              <a:latin typeface="Times New Roman" panose="02020603050405020304" pitchFamily="18" charset="0"/>
              <a:cs typeface="Times New Roman" panose="02020603050405020304" pitchFamily="18" charset="0"/>
            </a:endParaRPr>
          </a:p>
          <a:p>
            <a:pPr algn="l"/>
            <a:r>
              <a:rPr lang="en-US" sz="1800" b="0" i="0" dirty="0">
                <a:effectLst/>
                <a:latin typeface="Times New Roman" panose="02020603050405020304" pitchFamily="18" charset="0"/>
                <a:cs typeface="Times New Roman" panose="02020603050405020304" pitchFamily="18" charset="0"/>
              </a:rPr>
              <a:t>Here are some of the disadvantages of Cloud Computing:</a:t>
            </a:r>
          </a:p>
          <a:p>
            <a:pPr algn="l"/>
            <a:r>
              <a:rPr lang="en-US" sz="1800" b="1" i="0" dirty="0">
                <a:effectLst/>
                <a:latin typeface="Times New Roman" panose="02020603050405020304" pitchFamily="18" charset="0"/>
                <a:cs typeface="Times New Roman" panose="02020603050405020304" pitchFamily="18" charset="0"/>
              </a:rPr>
              <a:t>1. Internet </a:t>
            </a:r>
            <a:r>
              <a:rPr lang="en-US" sz="1800" b="1" i="0" dirty="0" smtClean="0">
                <a:effectLst/>
                <a:latin typeface="Times New Roman" panose="02020603050405020304" pitchFamily="18" charset="0"/>
                <a:cs typeface="Times New Roman" panose="02020603050405020304" pitchFamily="18" charset="0"/>
              </a:rPr>
              <a:t>Connectivity:</a:t>
            </a:r>
            <a:r>
              <a:rPr lang="en-US" sz="1800" b="1" dirty="0">
                <a:latin typeface="Times New Roman" panose="02020603050405020304" pitchFamily="18" charset="0"/>
                <a:cs typeface="Times New Roman" panose="02020603050405020304" pitchFamily="18" charset="0"/>
              </a:rPr>
              <a:t> </a:t>
            </a:r>
            <a:r>
              <a:rPr lang="en-US" sz="1800" b="0" i="0" dirty="0" smtClean="0">
                <a:effectLst/>
                <a:latin typeface="Times New Roman" panose="02020603050405020304" pitchFamily="18" charset="0"/>
                <a:cs typeface="Times New Roman" panose="02020603050405020304" pitchFamily="18" charset="0"/>
              </a:rPr>
              <a:t>Cloud </a:t>
            </a:r>
            <a:r>
              <a:rPr lang="en-US" sz="1800" b="0" i="0" dirty="0">
                <a:effectLst/>
                <a:latin typeface="Times New Roman" panose="02020603050405020304" pitchFamily="18" charset="0"/>
                <a:cs typeface="Times New Roman" panose="02020603050405020304" pitchFamily="18" charset="0"/>
              </a:rPr>
              <a:t>computing's primary drawback is the necessity for an internet connection. In on-demand computing, all information (including images, music, and video) is kept in the cloud and accessed online. </a:t>
            </a:r>
            <a:r>
              <a:rPr lang="en-US" sz="1800" b="0" i="0" dirty="0" smtClean="0">
                <a:effectLst/>
                <a:latin typeface="Times New Roman" panose="02020603050405020304" pitchFamily="18" charset="0"/>
                <a:cs typeface="Times New Roman" panose="02020603050405020304" pitchFamily="18" charset="0"/>
              </a:rPr>
              <a:t>This </a:t>
            </a:r>
            <a:r>
              <a:rPr lang="en-US" sz="1800" b="0" i="0" dirty="0">
                <a:effectLst/>
                <a:latin typeface="Times New Roman" panose="02020603050405020304" pitchFamily="18" charset="0"/>
                <a:cs typeface="Times New Roman" panose="02020603050405020304" pitchFamily="18" charset="0"/>
              </a:rPr>
              <a:t>means you require a good internet connection anytime you want to access these files or cannot view the data.  </a:t>
            </a:r>
          </a:p>
          <a:p>
            <a:pPr algn="l"/>
            <a:r>
              <a:rPr lang="en-US" sz="1800" b="1" i="0" dirty="0">
                <a:effectLst/>
                <a:latin typeface="Times New Roman" panose="02020603050405020304" pitchFamily="18" charset="0"/>
                <a:cs typeface="Times New Roman" panose="02020603050405020304" pitchFamily="18" charset="0"/>
              </a:rPr>
              <a:t>2. </a:t>
            </a:r>
            <a:r>
              <a:rPr lang="en-US" sz="1800" b="1" i="0" dirty="0" smtClean="0">
                <a:effectLst/>
                <a:latin typeface="Times New Roman" panose="02020603050405020304" pitchFamily="18" charset="0"/>
                <a:cs typeface="Times New Roman" panose="02020603050405020304" pitchFamily="18" charset="0"/>
              </a:rPr>
              <a:t>Downtime: </a:t>
            </a:r>
            <a:r>
              <a:rPr lang="en-US" sz="1800" b="0" i="0" dirty="0" smtClean="0">
                <a:effectLst/>
                <a:latin typeface="Times New Roman" panose="02020603050405020304" pitchFamily="18" charset="0"/>
                <a:cs typeface="Times New Roman" panose="02020603050405020304" pitchFamily="18" charset="0"/>
              </a:rPr>
              <a:t>Another </a:t>
            </a:r>
            <a:r>
              <a:rPr lang="en-US" sz="1800" b="0" i="0" dirty="0">
                <a:effectLst/>
                <a:latin typeface="Times New Roman" panose="02020603050405020304" pitchFamily="18" charset="0"/>
                <a:cs typeface="Times New Roman" panose="02020603050405020304" pitchFamily="18" charset="0"/>
              </a:rPr>
              <a:t>major disadvantage of cloud computing is downtime. Cloud providers are susceptible to technical issues due to several causes, including power outages, poor Internet connectivity, the need for maintenance at data </a:t>
            </a:r>
            <a:r>
              <a:rPr lang="en-US" sz="1800" b="0" i="0" dirty="0" err="1">
                <a:effectLst/>
                <a:latin typeface="Times New Roman" panose="02020603050405020304" pitchFamily="18" charset="0"/>
                <a:cs typeface="Times New Roman" panose="02020603050405020304" pitchFamily="18" charset="0"/>
              </a:rPr>
              <a:t>centres</a:t>
            </a:r>
            <a:r>
              <a:rPr lang="en-US" sz="1800" b="0" i="0" dirty="0">
                <a:effectLst/>
                <a:latin typeface="Times New Roman" panose="02020603050405020304" pitchFamily="18" charset="0"/>
                <a:cs typeface="Times New Roman" panose="02020603050405020304" pitchFamily="18" charset="0"/>
              </a:rPr>
              <a:t>, etc. This might cause the online service to experience a brief outage</a:t>
            </a:r>
            <a:r>
              <a:rPr lang="en-US" sz="1800" b="0" i="0" dirty="0" smtClean="0">
                <a:effectLst/>
                <a:latin typeface="Times New Roman" panose="02020603050405020304" pitchFamily="18" charset="0"/>
                <a:cs typeface="Times New Roman" panose="02020603050405020304" pitchFamily="18" charset="0"/>
              </a:rPr>
              <a:t>.</a:t>
            </a:r>
          </a:p>
          <a:p>
            <a:pPr algn="l"/>
            <a:r>
              <a:rPr lang="en-US" sz="1800" b="1" dirty="0">
                <a:latin typeface="Times New Roman" panose="02020603050405020304" pitchFamily="18" charset="0"/>
                <a:cs typeface="Times New Roman" panose="02020603050405020304" pitchFamily="18" charset="0"/>
              </a:rPr>
              <a:t>3. Limited </a:t>
            </a:r>
            <a:r>
              <a:rPr lang="en-US" sz="1800" b="1" dirty="0" smtClean="0">
                <a:latin typeface="Times New Roman" panose="02020603050405020304" pitchFamily="18" charset="0"/>
                <a:cs typeface="Times New Roman" panose="02020603050405020304" pitchFamily="18" charset="0"/>
              </a:rPr>
              <a:t>Control: </a:t>
            </a:r>
            <a:r>
              <a:rPr lang="en-US" sz="1800" dirty="0" smtClean="0">
                <a:latin typeface="Times New Roman" panose="02020603050405020304" pitchFamily="18" charset="0"/>
                <a:cs typeface="Times New Roman" panose="02020603050405020304" pitchFamily="18" charset="0"/>
              </a:rPr>
              <a:t>Since </a:t>
            </a:r>
            <a:r>
              <a:rPr lang="en-US" sz="1800" dirty="0">
                <a:latin typeface="Times New Roman" panose="02020603050405020304" pitchFamily="18" charset="0"/>
                <a:cs typeface="Times New Roman" panose="02020603050405020304" pitchFamily="18" charset="0"/>
              </a:rPr>
              <a:t>cloud users have less influence over how the services within a cloud infrastructure operate and are delivered, it is essential to note that the service provider owns, controls, and monitors cloud infrastructure.</a:t>
            </a:r>
          </a:p>
          <a:p>
            <a:pPr algn="l"/>
            <a:endParaRPr lang="en-US" sz="1800" b="0" i="0" dirty="0">
              <a:effectLst/>
              <a:latin typeface="Times New Roman" panose="02020603050405020304" pitchFamily="18" charset="0"/>
              <a:cs typeface="Times New Roman" panose="02020603050405020304" pitchFamily="18" charset="0"/>
            </a:endParaRPr>
          </a:p>
          <a:p>
            <a:pPr algn="l"/>
            <a:r>
              <a:rPr lang="en-US" sz="1800" b="0" i="0" dirty="0">
                <a:effectLst/>
                <a:latin typeface="Times New Roman" panose="02020603050405020304" pitchFamily="18" charset="0"/>
                <a:cs typeface="Times New Roman" panose="02020603050405020304" pitchFamily="18" charset="0"/>
              </a:rPr>
              <a:t/>
            </a:r>
            <a:br>
              <a:rPr lang="en-US" sz="1800" b="0" i="0" dirty="0">
                <a:effectLst/>
                <a:latin typeface="Times New Roman" panose="02020603050405020304" pitchFamily="18" charset="0"/>
                <a:cs typeface="Times New Roman" panose="02020603050405020304" pitchFamily="18" charset="0"/>
              </a:rPr>
            </a:br>
            <a:endParaRPr lang="en-US" sz="1800" b="0" i="0" dirty="0">
              <a:effectLst/>
              <a:latin typeface="Times New Roman" panose="02020603050405020304" pitchFamily="18" charset="0"/>
              <a:cs typeface="Times New Roman" panose="02020603050405020304" pitchFamily="18" charset="0"/>
            </a:endParaRPr>
          </a:p>
          <a:p>
            <a:pPr algn="l"/>
            <a:endParaRPr lang="en-US" sz="1800" dirty="0">
              <a:effectLst/>
              <a:latin typeface="Times New Roman" panose="02020603050405020304" pitchFamily="18" charset="0"/>
              <a:cs typeface="Times New Roman" panose="02020603050405020304" pitchFamily="18" charset="0"/>
            </a:endParaRPr>
          </a:p>
          <a:p>
            <a:pPr algn="l"/>
            <a:r>
              <a:rPr lang="en-US" sz="1800" dirty="0">
                <a:effectLst/>
                <a:latin typeface="Times New Roman" panose="02020603050405020304" pitchFamily="18" charset="0"/>
                <a:cs typeface="Times New Roman" panose="02020603050405020304" pitchFamily="18" charset="0"/>
              </a:rPr>
              <a:t/>
            </a:r>
            <a:br>
              <a:rPr lang="en-US" sz="1800" dirty="0">
                <a:effectLst/>
                <a:latin typeface="Times New Roman" panose="02020603050405020304" pitchFamily="18" charset="0"/>
                <a:cs typeface="Times New Roman" panose="02020603050405020304" pitchFamily="18" charset="0"/>
              </a:rPr>
            </a:br>
            <a:endParaRPr lang="en-US" sz="1800" b="1" i="0" dirty="0">
              <a:solidFill>
                <a:srgbClr val="273239"/>
              </a:solidFill>
              <a:effectLst/>
              <a:latin typeface="Times New Roman" panose="02020603050405020304" pitchFamily="18" charset="0"/>
              <a:cs typeface="Times New Roman" panose="02020603050405020304" pitchFamily="18" charset="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 y="66676"/>
            <a:ext cx="1216342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53063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1872</TotalTime>
  <Words>2094</Words>
  <Application>Microsoft Office PowerPoint</Application>
  <PresentationFormat>Custom</PresentationFormat>
  <Paragraphs>299</Paragraphs>
  <Slides>26</Slides>
  <Notes>9</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CCS335 CLOUD COMPUTING</vt:lpstr>
      <vt:lpstr>PowerPoint Presentation</vt:lpstr>
      <vt:lpstr>PowerPoint Presentation</vt:lpstr>
      <vt:lpstr>PowerPoint Presentation</vt:lpstr>
      <vt:lpstr>CCS335 CLOUD COMPUTING</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CCS335 CLOUD COMPUTING</dc:title>
  <dc:creator>Sivaranjani CSE SNSCT</dc:creator>
  <cp:lastModifiedBy>Sivaranjani V</cp:lastModifiedBy>
  <cp:revision>71</cp:revision>
  <dcterms:created xsi:type="dcterms:W3CDTF">2024-01-03T06:54:31Z</dcterms:created>
  <dcterms:modified xsi:type="dcterms:W3CDTF">2024-02-13T06:57:53Z</dcterms:modified>
</cp:coreProperties>
</file>